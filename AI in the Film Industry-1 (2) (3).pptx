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64" r:id="rId13"/>
    <p:sldId id="271" r:id="rId14"/>
    <p:sldId id="265" r:id="rId15"/>
    <p:sldId id="266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7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BBFBB-1120-40AB-8C89-0D0AACB116BF}" v="136" dt="2026-04-09T02:51:29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94" autoAdjust="0"/>
    <p:restoredTop sz="94660"/>
  </p:normalViewPr>
  <p:slideViewPr>
    <p:cSldViewPr snapToGrid="0">
      <p:cViewPr>
        <p:scale>
          <a:sx n="63" d="100"/>
          <a:sy n="63" d="100"/>
        </p:scale>
        <p:origin x="84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 Varjian" userId="fa2e0dcffb21d462" providerId="LiveId" clId="{EB5BF09D-2986-4F3E-B88F-FF3609BC9D34}"/>
    <pc:docChg chg="undo redo custSel addSld delSld modSld">
      <pc:chgData name="Alexa Varjian" userId="fa2e0dcffb21d462" providerId="LiveId" clId="{EB5BF09D-2986-4F3E-B88F-FF3609BC9D34}" dt="2026-04-09T02:51:29.356" v="12509"/>
      <pc:docMkLst>
        <pc:docMk/>
      </pc:docMkLst>
      <pc:sldChg chg="modSp mod">
        <pc:chgData name="Alexa Varjian" userId="fa2e0dcffb21d462" providerId="LiveId" clId="{EB5BF09D-2986-4F3E-B88F-FF3609BC9D34}" dt="2026-04-04T17:23:57.033" v="6266" actId="20577"/>
        <pc:sldMkLst>
          <pc:docMk/>
          <pc:sldMk cId="2606541382" sldId="256"/>
        </pc:sldMkLst>
        <pc:spChg chg="mod">
          <ac:chgData name="Alexa Varjian" userId="fa2e0dcffb21d462" providerId="LiveId" clId="{EB5BF09D-2986-4F3E-B88F-FF3609BC9D34}" dt="2026-04-04T16:51:09.452" v="4537" actId="20577"/>
          <ac:spMkLst>
            <pc:docMk/>
            <pc:sldMk cId="2606541382" sldId="256"/>
            <ac:spMk id="2" creationId="{AA3E93F0-1901-1B3B-9DE0-E6C881223A20}"/>
          </ac:spMkLst>
        </pc:spChg>
        <pc:spChg chg="mod">
          <ac:chgData name="Alexa Varjian" userId="fa2e0dcffb21d462" providerId="LiveId" clId="{EB5BF09D-2986-4F3E-B88F-FF3609BC9D34}" dt="2026-04-04T17:23:57.033" v="6266" actId="20577"/>
          <ac:spMkLst>
            <pc:docMk/>
            <pc:sldMk cId="2606541382" sldId="256"/>
            <ac:spMk id="3" creationId="{982C75C5-746A-0203-AA32-D839B7BAA915}"/>
          </ac:spMkLst>
        </pc:spChg>
      </pc:sldChg>
      <pc:sldChg chg="addSp delSp modSp mod">
        <pc:chgData name="Alexa Varjian" userId="fa2e0dcffb21d462" providerId="LiveId" clId="{EB5BF09D-2986-4F3E-B88F-FF3609BC9D34}" dt="2026-04-09T00:44:03.904" v="12130" actId="20577"/>
        <pc:sldMkLst>
          <pc:docMk/>
          <pc:sldMk cId="3369903551" sldId="257"/>
        </pc:sldMkLst>
        <pc:spChg chg="mod">
          <ac:chgData name="Alexa Varjian" userId="fa2e0dcffb21d462" providerId="LiveId" clId="{EB5BF09D-2986-4F3E-B88F-FF3609BC9D34}" dt="2026-04-04T15:11:52.252" v="195" actId="1076"/>
          <ac:spMkLst>
            <pc:docMk/>
            <pc:sldMk cId="3369903551" sldId="257"/>
            <ac:spMk id="2" creationId="{F3F5D325-0693-8CAE-1DBA-ACFA70DFB392}"/>
          </ac:spMkLst>
        </pc:spChg>
        <pc:spChg chg="mod">
          <ac:chgData name="Alexa Varjian" userId="fa2e0dcffb21d462" providerId="LiveId" clId="{EB5BF09D-2986-4F3E-B88F-FF3609BC9D34}" dt="2026-04-09T00:44:03.904" v="12130" actId="20577"/>
          <ac:spMkLst>
            <pc:docMk/>
            <pc:sldMk cId="3369903551" sldId="257"/>
            <ac:spMk id="3" creationId="{4F98DBED-3847-56BE-51F3-435422637F40}"/>
          </ac:spMkLst>
        </pc:spChg>
      </pc:sldChg>
      <pc:sldChg chg="addSp delSp modSp mod setBg">
        <pc:chgData name="Alexa Varjian" userId="fa2e0dcffb21d462" providerId="LiveId" clId="{EB5BF09D-2986-4F3E-B88F-FF3609BC9D34}" dt="2026-04-09T00:48:45.711" v="12206" actId="20577"/>
        <pc:sldMkLst>
          <pc:docMk/>
          <pc:sldMk cId="3427187518" sldId="258"/>
        </pc:sldMkLst>
        <pc:spChg chg="mod">
          <ac:chgData name="Alexa Varjian" userId="fa2e0dcffb21d462" providerId="LiveId" clId="{EB5BF09D-2986-4F3E-B88F-FF3609BC9D34}" dt="2026-04-04T15:27:06.868" v="897" actId="26606"/>
          <ac:spMkLst>
            <pc:docMk/>
            <pc:sldMk cId="3427187518" sldId="258"/>
            <ac:spMk id="2" creationId="{E5B29844-24B4-A83E-3259-C673F16B22D5}"/>
          </ac:spMkLst>
        </pc:spChg>
        <pc:spChg chg="mod">
          <ac:chgData name="Alexa Varjian" userId="fa2e0dcffb21d462" providerId="LiveId" clId="{EB5BF09D-2986-4F3E-B88F-FF3609BC9D34}" dt="2026-04-09T00:48:45.711" v="12206" actId="20577"/>
          <ac:spMkLst>
            <pc:docMk/>
            <pc:sldMk cId="3427187518" sldId="258"/>
            <ac:spMk id="3" creationId="{1F3ED50E-7FD4-7C10-8CAA-5EFDC617121E}"/>
          </ac:spMkLst>
        </pc:spChg>
        <pc:spChg chg="add">
          <ac:chgData name="Alexa Varjian" userId="fa2e0dcffb21d462" providerId="LiveId" clId="{EB5BF09D-2986-4F3E-B88F-FF3609BC9D34}" dt="2026-04-04T15:33:25.350" v="952" actId="26606"/>
          <ac:spMkLst>
            <pc:docMk/>
            <pc:sldMk cId="3427187518" sldId="258"/>
            <ac:spMk id="2092" creationId="{6B5E2835-4E47-45B3-9CFE-732FF7B05472}"/>
          </ac:spMkLst>
        </pc:spChg>
        <pc:spChg chg="add">
          <ac:chgData name="Alexa Varjian" userId="fa2e0dcffb21d462" providerId="LiveId" clId="{EB5BF09D-2986-4F3E-B88F-FF3609BC9D34}" dt="2026-04-04T15:33:25.350" v="952" actId="26606"/>
          <ac:spMkLst>
            <pc:docMk/>
            <pc:sldMk cId="3427187518" sldId="258"/>
            <ac:spMk id="2094" creationId="{5B45AD5D-AA52-4F7B-9362-576A39AD9E09}"/>
          </ac:spMkLst>
        </pc:spChg>
        <pc:spChg chg="add">
          <ac:chgData name="Alexa Varjian" userId="fa2e0dcffb21d462" providerId="LiveId" clId="{EB5BF09D-2986-4F3E-B88F-FF3609BC9D34}" dt="2026-04-04T15:33:25.350" v="952" actId="26606"/>
          <ac:spMkLst>
            <pc:docMk/>
            <pc:sldMk cId="3427187518" sldId="258"/>
            <ac:spMk id="2096" creationId="{AEDD7960-4866-4399-BEF6-DD1431AB4E34}"/>
          </ac:spMkLst>
        </pc:spChg>
        <pc:spChg chg="add">
          <ac:chgData name="Alexa Varjian" userId="fa2e0dcffb21d462" providerId="LiveId" clId="{EB5BF09D-2986-4F3E-B88F-FF3609BC9D34}" dt="2026-04-04T15:33:25.350" v="952" actId="26606"/>
          <ac:spMkLst>
            <pc:docMk/>
            <pc:sldMk cId="3427187518" sldId="258"/>
            <ac:spMk id="2098" creationId="{55D4142C-5077-457F-A6AD-3FECFDB39685}"/>
          </ac:spMkLst>
        </pc:spChg>
        <pc:spChg chg="add">
          <ac:chgData name="Alexa Varjian" userId="fa2e0dcffb21d462" providerId="LiveId" clId="{EB5BF09D-2986-4F3E-B88F-FF3609BC9D34}" dt="2026-04-04T15:33:25.350" v="952" actId="26606"/>
          <ac:spMkLst>
            <pc:docMk/>
            <pc:sldMk cId="3427187518" sldId="258"/>
            <ac:spMk id="2100" creationId="{7A5F0580-5EE9-419F-96EE-B6529EF6E7D0}"/>
          </ac:spMkLst>
        </pc:spChg>
        <pc:picChg chg="add">
          <ac:chgData name="Alexa Varjian" userId="fa2e0dcffb21d462" providerId="LiveId" clId="{EB5BF09D-2986-4F3E-B88F-FF3609BC9D34}" dt="2026-04-04T15:33:21.741" v="951"/>
          <ac:picMkLst>
            <pc:docMk/>
            <pc:sldMk cId="3427187518" sldId="258"/>
            <ac:picMk id="2054" creationId="{E9D398A8-CEF6-4159-588B-7369C525C200}"/>
          </ac:picMkLst>
        </pc:picChg>
      </pc:sldChg>
      <pc:sldChg chg="addSp delSp modSp mod setBg">
        <pc:chgData name="Alexa Varjian" userId="fa2e0dcffb21d462" providerId="LiveId" clId="{EB5BF09D-2986-4F3E-B88F-FF3609BC9D34}" dt="2026-04-07T17:06:04.956" v="12104"/>
        <pc:sldMkLst>
          <pc:docMk/>
          <pc:sldMk cId="848349309" sldId="259"/>
        </pc:sldMkLst>
        <pc:spChg chg="mod">
          <ac:chgData name="Alexa Varjian" userId="fa2e0dcffb21d462" providerId="LiveId" clId="{EB5BF09D-2986-4F3E-B88F-FF3609BC9D34}" dt="2026-04-06T20:17:07.122" v="11755" actId="14100"/>
          <ac:spMkLst>
            <pc:docMk/>
            <pc:sldMk cId="848349309" sldId="259"/>
            <ac:spMk id="2" creationId="{82A72B96-7E6B-0DF7-D93D-8EE4035CE1DD}"/>
          </ac:spMkLst>
        </pc:spChg>
        <pc:spChg chg="mod">
          <ac:chgData name="Alexa Varjian" userId="fa2e0dcffb21d462" providerId="LiveId" clId="{EB5BF09D-2986-4F3E-B88F-FF3609BC9D34}" dt="2026-04-06T20:17:10.292" v="11756" actId="14100"/>
          <ac:spMkLst>
            <pc:docMk/>
            <pc:sldMk cId="848349309" sldId="259"/>
            <ac:spMk id="3" creationId="{A3884F64-B24C-369D-94BB-A5C8A5369CE9}"/>
          </ac:spMkLst>
        </pc:spChg>
        <pc:grpChg chg="add">
          <ac:chgData name="Alexa Varjian" userId="fa2e0dcffb21d462" providerId="LiveId" clId="{EB5BF09D-2986-4F3E-B88F-FF3609BC9D34}" dt="2026-04-06T20:16:53.954" v="11753" actId="26606"/>
          <ac:grpSpMkLst>
            <pc:docMk/>
            <pc:sldMk cId="848349309" sldId="259"/>
            <ac:grpSpMk id="6151" creationId="{BE589684-54CA-64D8-C963-5F19FF75BF72}"/>
          </ac:grpSpMkLst>
        </pc:grpChg>
        <pc:picChg chg="add mod ord">
          <ac:chgData name="Alexa Varjian" userId="fa2e0dcffb21d462" providerId="LiveId" clId="{EB5BF09D-2986-4F3E-B88F-FF3609BC9D34}" dt="2026-04-06T20:16:53.954" v="11753" actId="26606"/>
          <ac:picMkLst>
            <pc:docMk/>
            <pc:sldMk cId="848349309" sldId="259"/>
            <ac:picMk id="6146" creationId="{B161A2A3-DFC7-8DDE-B576-12BF7F4DAA34}"/>
          </ac:picMkLst>
        </pc:picChg>
      </pc:sldChg>
      <pc:sldChg chg="addSp delSp modSp mod setBg">
        <pc:chgData name="Alexa Varjian" userId="fa2e0dcffb21d462" providerId="LiveId" clId="{EB5BF09D-2986-4F3E-B88F-FF3609BC9D34}" dt="2026-04-04T15:51:28.837" v="1764"/>
        <pc:sldMkLst>
          <pc:docMk/>
          <pc:sldMk cId="3347474021" sldId="260"/>
        </pc:sldMkLst>
        <pc:spChg chg="mod">
          <ac:chgData name="Alexa Varjian" userId="fa2e0dcffb21d462" providerId="LiveId" clId="{EB5BF09D-2986-4F3E-B88F-FF3609BC9D34}" dt="2026-04-04T15:48:42.337" v="1683" actId="122"/>
          <ac:spMkLst>
            <pc:docMk/>
            <pc:sldMk cId="3347474021" sldId="260"/>
            <ac:spMk id="2" creationId="{3E7AAE3D-93B7-C472-65BF-C8C4B7F47CBE}"/>
          </ac:spMkLst>
        </pc:spChg>
        <pc:spChg chg="add">
          <ac:chgData name="Alexa Varjian" userId="fa2e0dcffb21d462" providerId="LiveId" clId="{EB5BF09D-2986-4F3E-B88F-FF3609BC9D34}" dt="2026-04-04T15:48:31.072" v="1682" actId="26606"/>
          <ac:spMkLst>
            <pc:docMk/>
            <pc:sldMk cId="3347474021" sldId="260"/>
            <ac:spMk id="10" creationId="{B50AB553-2A96-4A92-96F2-93548E096954}"/>
          </ac:spMkLst>
        </pc:spChg>
        <pc:graphicFrameChg chg="add mod modGraphic">
          <ac:chgData name="Alexa Varjian" userId="fa2e0dcffb21d462" providerId="LiveId" clId="{EB5BF09D-2986-4F3E-B88F-FF3609BC9D34}" dt="2026-04-04T15:51:21.542" v="1762" actId="1076"/>
          <ac:graphicFrameMkLst>
            <pc:docMk/>
            <pc:sldMk cId="3347474021" sldId="260"/>
            <ac:graphicFrameMk id="5" creationId="{8AB88C33-C157-BA95-6B0A-1E1C3EFFA438}"/>
          </ac:graphicFrameMkLst>
        </pc:graphicFrameChg>
        <pc:picChg chg="add mod">
          <ac:chgData name="Alexa Varjian" userId="fa2e0dcffb21d462" providerId="LiveId" clId="{EB5BF09D-2986-4F3E-B88F-FF3609BC9D34}" dt="2026-04-04T15:50:32.817" v="1754" actId="1076"/>
          <ac:picMkLst>
            <pc:docMk/>
            <pc:sldMk cId="3347474021" sldId="260"/>
            <ac:picMk id="6" creationId="{79E8C52B-869E-3564-308C-807906C4533F}"/>
          </ac:picMkLst>
        </pc:picChg>
      </pc:sldChg>
      <pc:sldChg chg="addSp delSp modSp mod setBg">
        <pc:chgData name="Alexa Varjian" userId="fa2e0dcffb21d462" providerId="LiveId" clId="{EB5BF09D-2986-4F3E-B88F-FF3609BC9D34}" dt="2026-04-04T16:22:31.400" v="3312" actId="1076"/>
        <pc:sldMkLst>
          <pc:docMk/>
          <pc:sldMk cId="2983732467" sldId="261"/>
        </pc:sldMkLst>
        <pc:spChg chg="mod">
          <ac:chgData name="Alexa Varjian" userId="fa2e0dcffb21d462" providerId="LiveId" clId="{EB5BF09D-2986-4F3E-B88F-FF3609BC9D34}" dt="2026-04-04T16:18:56.731" v="3304" actId="26606"/>
          <ac:spMkLst>
            <pc:docMk/>
            <pc:sldMk cId="2983732467" sldId="261"/>
            <ac:spMk id="2" creationId="{3BC4CC51-19BC-632B-5330-FE5D94ECDD8B}"/>
          </ac:spMkLst>
        </pc:spChg>
        <pc:spChg chg="mod">
          <ac:chgData name="Alexa Varjian" userId="fa2e0dcffb21d462" providerId="LiveId" clId="{EB5BF09D-2986-4F3E-B88F-FF3609BC9D34}" dt="2026-04-04T16:22:31.400" v="3312" actId="1076"/>
          <ac:spMkLst>
            <pc:docMk/>
            <pc:sldMk cId="2983732467" sldId="261"/>
            <ac:spMk id="3" creationId="{4713C741-FC09-45F8-E12F-56A2DAC59450}"/>
          </ac:spMkLst>
        </pc:spChg>
        <pc:spChg chg="add">
          <ac:chgData name="Alexa Varjian" userId="fa2e0dcffb21d462" providerId="LiveId" clId="{EB5BF09D-2986-4F3E-B88F-FF3609BC9D34}" dt="2026-04-04T16:18:56.731" v="3304" actId="26606"/>
          <ac:spMkLst>
            <pc:docMk/>
            <pc:sldMk cId="2983732467" sldId="261"/>
            <ac:spMk id="10" creationId="{245A9F99-D9B1-4094-A2E2-B90AC1DB7B9C}"/>
          </ac:spMkLst>
        </pc:spChg>
        <pc:spChg chg="add">
          <ac:chgData name="Alexa Varjian" userId="fa2e0dcffb21d462" providerId="LiveId" clId="{EB5BF09D-2986-4F3E-B88F-FF3609BC9D34}" dt="2026-04-04T16:18:56.731" v="3304" actId="26606"/>
          <ac:spMkLst>
            <pc:docMk/>
            <pc:sldMk cId="2983732467" sldId="261"/>
            <ac:spMk id="12" creationId="{B7FAF607-473A-4A43-A23D-BBFF5C4117BB}"/>
          </ac:spMkLst>
        </pc:spChg>
        <pc:grpChg chg="add">
          <ac:chgData name="Alexa Varjian" userId="fa2e0dcffb21d462" providerId="LiveId" clId="{EB5BF09D-2986-4F3E-B88F-FF3609BC9D34}" dt="2026-04-04T16:18:56.731" v="3304" actId="26606"/>
          <ac:grpSpMkLst>
            <pc:docMk/>
            <pc:sldMk cId="2983732467" sldId="261"/>
            <ac:grpSpMk id="14" creationId="{C5F6476F-D303-44D3-B30F-1BA348F0F64A}"/>
          </ac:grpSpMkLst>
        </pc:grpChg>
        <pc:picChg chg="add">
          <ac:chgData name="Alexa Varjian" userId="fa2e0dcffb21d462" providerId="LiveId" clId="{EB5BF09D-2986-4F3E-B88F-FF3609BC9D34}" dt="2026-04-04T16:18:56.731" v="3304" actId="26606"/>
          <ac:picMkLst>
            <pc:docMk/>
            <pc:sldMk cId="2983732467" sldId="261"/>
            <ac:picMk id="7" creationId="{C6D8DC73-772F-7383-A4DE-957486B81DA9}"/>
          </ac:picMkLst>
        </pc:picChg>
      </pc:sldChg>
      <pc:sldChg chg="addSp delSp modSp mod setBg">
        <pc:chgData name="Alexa Varjian" userId="fa2e0dcffb21d462" providerId="LiveId" clId="{EB5BF09D-2986-4F3E-B88F-FF3609BC9D34}" dt="2026-04-09T02:02:25.359" v="12455" actId="20577"/>
        <pc:sldMkLst>
          <pc:docMk/>
          <pc:sldMk cId="201965196" sldId="262"/>
        </pc:sldMkLst>
        <pc:spChg chg="mod">
          <ac:chgData name="Alexa Varjian" userId="fa2e0dcffb21d462" providerId="LiveId" clId="{EB5BF09D-2986-4F3E-B88F-FF3609BC9D34}" dt="2026-04-05T01:13:33.731" v="7142" actId="26606"/>
          <ac:spMkLst>
            <pc:docMk/>
            <pc:sldMk cId="201965196" sldId="262"/>
            <ac:spMk id="2" creationId="{67576387-CFCF-FC69-8082-C1BE2BF3264C}"/>
          </ac:spMkLst>
        </pc:spChg>
        <pc:spChg chg="mod ord">
          <ac:chgData name="Alexa Varjian" userId="fa2e0dcffb21d462" providerId="LiveId" clId="{EB5BF09D-2986-4F3E-B88F-FF3609BC9D34}" dt="2026-04-09T02:02:25.359" v="12455" actId="20577"/>
          <ac:spMkLst>
            <pc:docMk/>
            <pc:sldMk cId="201965196" sldId="262"/>
            <ac:spMk id="3" creationId="{AD866ECA-D784-17D7-9696-30ADA9CD3DAF}"/>
          </ac:spMkLst>
        </pc:spChg>
        <pc:spChg chg="add">
          <ac:chgData name="Alexa Varjian" userId="fa2e0dcffb21d462" providerId="LiveId" clId="{EB5BF09D-2986-4F3E-B88F-FF3609BC9D34}" dt="2026-04-05T01:13:33.731" v="7142" actId="26606"/>
          <ac:spMkLst>
            <pc:docMk/>
            <pc:sldMk cId="201965196" sldId="262"/>
            <ac:spMk id="4151" creationId="{6EA86598-DA2C-41D5-BC0C-E877F8818EEB}"/>
          </ac:spMkLst>
        </pc:spChg>
        <pc:spChg chg="add">
          <ac:chgData name="Alexa Varjian" userId="fa2e0dcffb21d462" providerId="LiveId" clId="{EB5BF09D-2986-4F3E-B88F-FF3609BC9D34}" dt="2026-04-05T01:13:33.731" v="7142" actId="26606"/>
          <ac:spMkLst>
            <pc:docMk/>
            <pc:sldMk cId="201965196" sldId="262"/>
            <ac:spMk id="4153" creationId="{450D3AD2-FA80-415F-A9CE-54D884561CD7}"/>
          </ac:spMkLst>
        </pc:spChg>
        <pc:spChg chg="add">
          <ac:chgData name="Alexa Varjian" userId="fa2e0dcffb21d462" providerId="LiveId" clId="{EB5BF09D-2986-4F3E-B88F-FF3609BC9D34}" dt="2026-04-05T01:13:33.731" v="7142" actId="26606"/>
          <ac:spMkLst>
            <pc:docMk/>
            <pc:sldMk cId="201965196" sldId="262"/>
            <ac:spMk id="4155" creationId="{87F16C5A-0D41-47A9-B0A2-9C2AD7A8CF32}"/>
          </ac:spMkLst>
        </pc:spChg>
        <pc:picChg chg="add mod ord">
          <ac:chgData name="Alexa Varjian" userId="fa2e0dcffb21d462" providerId="LiveId" clId="{EB5BF09D-2986-4F3E-B88F-FF3609BC9D34}" dt="2026-04-05T01:13:41.959" v="7144" actId="1076"/>
          <ac:picMkLst>
            <pc:docMk/>
            <pc:sldMk cId="201965196" sldId="262"/>
            <ac:picMk id="4098" creationId="{914AB047-1812-14B6-40D9-6A89FDB56B00}"/>
          </ac:picMkLst>
        </pc:picChg>
      </pc:sldChg>
      <pc:sldChg chg="addSp delSp modSp mod setBg">
        <pc:chgData name="Alexa Varjian" userId="fa2e0dcffb21d462" providerId="LiveId" clId="{EB5BF09D-2986-4F3E-B88F-FF3609BC9D34}" dt="2026-04-09T02:03:18.009" v="12465" actId="20577"/>
        <pc:sldMkLst>
          <pc:docMk/>
          <pc:sldMk cId="3039744412" sldId="263"/>
        </pc:sldMkLst>
        <pc:spChg chg="mod">
          <ac:chgData name="Alexa Varjian" userId="fa2e0dcffb21d462" providerId="LiveId" clId="{EB5BF09D-2986-4F3E-B88F-FF3609BC9D34}" dt="2026-04-04T16:18:29.447" v="3303" actId="26606"/>
          <ac:spMkLst>
            <pc:docMk/>
            <pc:sldMk cId="3039744412" sldId="263"/>
            <ac:spMk id="2" creationId="{41EC17B3-CF53-A495-FCDC-C559A315D0A1}"/>
          </ac:spMkLst>
        </pc:spChg>
        <pc:spChg chg="add">
          <ac:chgData name="Alexa Varjian" userId="fa2e0dcffb21d462" providerId="LiveId" clId="{EB5BF09D-2986-4F3E-B88F-FF3609BC9D34}" dt="2026-04-04T16:18:29.447" v="3303" actId="26606"/>
          <ac:spMkLst>
            <pc:docMk/>
            <pc:sldMk cId="3039744412" sldId="263"/>
            <ac:spMk id="10" creationId="{B50AB553-2A96-4A92-96F2-93548E096954}"/>
          </ac:spMkLst>
        </pc:spChg>
        <pc:graphicFrameChg chg="add modGraphic">
          <ac:chgData name="Alexa Varjian" userId="fa2e0dcffb21d462" providerId="LiveId" clId="{EB5BF09D-2986-4F3E-B88F-FF3609BC9D34}" dt="2026-04-09T02:03:18.009" v="12465" actId="20577"/>
          <ac:graphicFrameMkLst>
            <pc:docMk/>
            <pc:sldMk cId="3039744412" sldId="263"/>
            <ac:graphicFrameMk id="5" creationId="{9480A79B-4FF2-8FC8-3DE2-3CB055D7735C}"/>
          </ac:graphicFrameMkLst>
        </pc:graphicFrameChg>
        <pc:picChg chg="add">
          <ac:chgData name="Alexa Varjian" userId="fa2e0dcffb21d462" providerId="LiveId" clId="{EB5BF09D-2986-4F3E-B88F-FF3609BC9D34}" dt="2026-04-04T16:18:29.447" v="3303" actId="26606"/>
          <ac:picMkLst>
            <pc:docMk/>
            <pc:sldMk cId="3039744412" sldId="263"/>
            <ac:picMk id="6" creationId="{F4E7CC21-9297-362B-15AB-DB1DD3632429}"/>
          </ac:picMkLst>
        </pc:picChg>
      </pc:sldChg>
      <pc:sldChg chg="addSp delSp modSp mod setBg">
        <pc:chgData name="Alexa Varjian" userId="fa2e0dcffb21d462" providerId="LiveId" clId="{EB5BF09D-2986-4F3E-B88F-FF3609BC9D34}" dt="2026-04-09T01:04:28.277" v="12291" actId="20577"/>
        <pc:sldMkLst>
          <pc:docMk/>
          <pc:sldMk cId="1062198508" sldId="264"/>
        </pc:sldMkLst>
        <pc:spChg chg="mod">
          <ac:chgData name="Alexa Varjian" userId="fa2e0dcffb21d462" providerId="LiveId" clId="{EB5BF09D-2986-4F3E-B88F-FF3609BC9D34}" dt="2026-04-07T02:38:58.368" v="12039" actId="26606"/>
          <ac:spMkLst>
            <pc:docMk/>
            <pc:sldMk cId="1062198508" sldId="264"/>
            <ac:spMk id="2" creationId="{10CB09F6-8DF1-2139-5295-2A6EA2852E05}"/>
          </ac:spMkLst>
        </pc:spChg>
        <pc:spChg chg="mod ord">
          <ac:chgData name="Alexa Varjian" userId="fa2e0dcffb21d462" providerId="LiveId" clId="{EB5BF09D-2986-4F3E-B88F-FF3609BC9D34}" dt="2026-04-09T01:04:28.277" v="12291" actId="20577"/>
          <ac:spMkLst>
            <pc:docMk/>
            <pc:sldMk cId="1062198508" sldId="264"/>
            <ac:spMk id="3" creationId="{6B47D8ED-108F-8E48-C272-87E0BACF7658}"/>
          </ac:spMkLst>
        </pc:spChg>
        <pc:spChg chg="add">
          <ac:chgData name="Alexa Varjian" userId="fa2e0dcffb21d462" providerId="LiveId" clId="{EB5BF09D-2986-4F3E-B88F-FF3609BC9D34}" dt="2026-04-07T02:38:58.368" v="12039" actId="26606"/>
          <ac:spMkLst>
            <pc:docMk/>
            <pc:sldMk cId="1062198508" sldId="264"/>
            <ac:spMk id="2069" creationId="{D009D6D5-DAC2-4A8B-A17A-E206B9012D09}"/>
          </ac:spMkLst>
        </pc:spChg>
        <pc:picChg chg="add mod">
          <ac:chgData name="Alexa Varjian" userId="fa2e0dcffb21d462" providerId="LiveId" clId="{EB5BF09D-2986-4F3E-B88F-FF3609BC9D34}" dt="2026-04-07T02:38:58.368" v="12039" actId="26606"/>
          <ac:picMkLst>
            <pc:docMk/>
            <pc:sldMk cId="1062198508" sldId="264"/>
            <ac:picMk id="1026" creationId="{51B8D5E3-69C1-B23D-8375-2F97E1815258}"/>
          </ac:picMkLst>
        </pc:picChg>
      </pc:sldChg>
      <pc:sldChg chg="addSp delSp modSp mod setBg setClrOvrMap">
        <pc:chgData name="Alexa Varjian" userId="fa2e0dcffb21d462" providerId="LiveId" clId="{EB5BF09D-2986-4F3E-B88F-FF3609BC9D34}" dt="2026-04-09T01:15:40.426" v="12376" actId="20577"/>
        <pc:sldMkLst>
          <pc:docMk/>
          <pc:sldMk cId="1744910807" sldId="265"/>
        </pc:sldMkLst>
        <pc:spChg chg="mod">
          <ac:chgData name="Alexa Varjian" userId="fa2e0dcffb21d462" providerId="LiveId" clId="{EB5BF09D-2986-4F3E-B88F-FF3609BC9D34}" dt="2026-04-05T01:24:14.460" v="7704" actId="122"/>
          <ac:spMkLst>
            <pc:docMk/>
            <pc:sldMk cId="1744910807" sldId="265"/>
            <ac:spMk id="2" creationId="{5D434BB8-C9BD-BCE6-A32A-53070CAE762E}"/>
          </ac:spMkLst>
        </pc:spChg>
        <pc:spChg chg="mod">
          <ac:chgData name="Alexa Varjian" userId="fa2e0dcffb21d462" providerId="LiveId" clId="{EB5BF09D-2986-4F3E-B88F-FF3609BC9D34}" dt="2026-04-09T01:15:40.426" v="12376" actId="20577"/>
          <ac:spMkLst>
            <pc:docMk/>
            <pc:sldMk cId="1744910807" sldId="265"/>
            <ac:spMk id="3" creationId="{03BB705B-6C2A-482B-942E-F91FFB390D2B}"/>
          </ac:spMkLst>
        </pc:spChg>
        <pc:spChg chg="add">
          <ac:chgData name="Alexa Varjian" userId="fa2e0dcffb21d462" providerId="LiveId" clId="{EB5BF09D-2986-4F3E-B88F-FF3609BC9D34}" dt="2026-04-05T01:24:09.291" v="7703" actId="26606"/>
          <ac:spMkLst>
            <pc:docMk/>
            <pc:sldMk cId="1744910807" sldId="265"/>
            <ac:spMk id="1038" creationId="{A9D2268A-D939-4E78-91B6-6C7E46406788}"/>
          </ac:spMkLst>
        </pc:spChg>
        <pc:spChg chg="add">
          <ac:chgData name="Alexa Varjian" userId="fa2e0dcffb21d462" providerId="LiveId" clId="{EB5BF09D-2986-4F3E-B88F-FF3609BC9D34}" dt="2026-04-05T01:24:09.291" v="7703" actId="26606"/>
          <ac:spMkLst>
            <pc:docMk/>
            <pc:sldMk cId="1744910807" sldId="265"/>
            <ac:spMk id="1040" creationId="{E0C43A58-225D-452D-8185-0D89D1EED861}"/>
          </ac:spMkLst>
        </pc:spChg>
        <pc:picChg chg="add mod ord">
          <ac:chgData name="Alexa Varjian" userId="fa2e0dcffb21d462" providerId="LiveId" clId="{EB5BF09D-2986-4F3E-B88F-FF3609BC9D34}" dt="2026-04-05T01:24:09.291" v="7703" actId="26606"/>
          <ac:picMkLst>
            <pc:docMk/>
            <pc:sldMk cId="1744910807" sldId="265"/>
            <ac:picMk id="1026" creationId="{68227553-CD85-5B0A-3AED-A38E50FA15CD}"/>
          </ac:picMkLst>
        </pc:picChg>
      </pc:sldChg>
      <pc:sldChg chg="addSp delSp modSp mod">
        <pc:chgData name="Alexa Varjian" userId="fa2e0dcffb21d462" providerId="LiveId" clId="{EB5BF09D-2986-4F3E-B88F-FF3609BC9D34}" dt="2026-04-09T01:16:54.907" v="12395" actId="20577"/>
        <pc:sldMkLst>
          <pc:docMk/>
          <pc:sldMk cId="4029134057" sldId="266"/>
        </pc:sldMkLst>
        <pc:spChg chg="mod">
          <ac:chgData name="Alexa Varjian" userId="fa2e0dcffb21d462" providerId="LiveId" clId="{EB5BF09D-2986-4F3E-B88F-FF3609BC9D34}" dt="2026-04-07T01:44:42.882" v="12027" actId="20577"/>
          <ac:spMkLst>
            <pc:docMk/>
            <pc:sldMk cId="4029134057" sldId="266"/>
            <ac:spMk id="2" creationId="{0F66F2AB-01C5-08AF-A2B4-2489292B4B6F}"/>
          </ac:spMkLst>
        </pc:spChg>
        <pc:graphicFrameChg chg="add del mod modGraphic">
          <ac:chgData name="Alexa Varjian" userId="fa2e0dcffb21d462" providerId="LiveId" clId="{EB5BF09D-2986-4F3E-B88F-FF3609BC9D34}" dt="2026-04-09T01:16:54.907" v="12395" actId="20577"/>
          <ac:graphicFrameMkLst>
            <pc:docMk/>
            <pc:sldMk cId="4029134057" sldId="266"/>
            <ac:graphicFrameMk id="5" creationId="{1D9FA6CD-C123-C9A0-9119-46BE142B10A9}"/>
          </ac:graphicFrameMkLst>
        </pc:graphicFrameChg>
      </pc:sldChg>
      <pc:sldChg chg="modSp mod">
        <pc:chgData name="Alexa Varjian" userId="fa2e0dcffb21d462" providerId="LiveId" clId="{EB5BF09D-2986-4F3E-B88F-FF3609BC9D34}" dt="2026-04-07T17:15:22.136" v="12105" actId="20577"/>
        <pc:sldMkLst>
          <pc:docMk/>
          <pc:sldMk cId="3569450678" sldId="267"/>
        </pc:sldMkLst>
        <pc:spChg chg="mod">
          <ac:chgData name="Alexa Varjian" userId="fa2e0dcffb21d462" providerId="LiveId" clId="{EB5BF09D-2986-4F3E-B88F-FF3609BC9D34}" dt="2026-04-07T03:26:04.624" v="12087" actId="1076"/>
          <ac:spMkLst>
            <pc:docMk/>
            <pc:sldMk cId="3569450678" sldId="267"/>
            <ac:spMk id="2" creationId="{8AA2CF57-8EA0-B2BA-1D20-F3F9E62E393C}"/>
          </ac:spMkLst>
        </pc:spChg>
        <pc:spChg chg="mod">
          <ac:chgData name="Alexa Varjian" userId="fa2e0dcffb21d462" providerId="LiveId" clId="{EB5BF09D-2986-4F3E-B88F-FF3609BC9D34}" dt="2026-04-07T17:15:22.136" v="12105" actId="20577"/>
          <ac:spMkLst>
            <pc:docMk/>
            <pc:sldMk cId="3569450678" sldId="267"/>
            <ac:spMk id="3" creationId="{42AB3BB3-78D2-92BA-542B-962BF3BC24D7}"/>
          </ac:spMkLst>
        </pc:spChg>
      </pc:sldChg>
      <pc:sldChg chg="addSp modSp new mod setBg">
        <pc:chgData name="Alexa Varjian" userId="fa2e0dcffb21d462" providerId="LiveId" clId="{EB5BF09D-2986-4F3E-B88F-FF3609BC9D34}" dt="2026-04-04T16:43:04.374" v="4311" actId="1076"/>
        <pc:sldMkLst>
          <pc:docMk/>
          <pc:sldMk cId="2153855005" sldId="268"/>
        </pc:sldMkLst>
        <pc:spChg chg="mod">
          <ac:chgData name="Alexa Varjian" userId="fa2e0dcffb21d462" providerId="LiveId" clId="{EB5BF09D-2986-4F3E-B88F-FF3609BC9D34}" dt="2026-04-04T16:42:55.639" v="4309" actId="1076"/>
          <ac:spMkLst>
            <pc:docMk/>
            <pc:sldMk cId="2153855005" sldId="268"/>
            <ac:spMk id="2" creationId="{83CE0029-AE28-F0BD-3C92-3B8267E759F5}"/>
          </ac:spMkLst>
        </pc:spChg>
        <pc:spChg chg="mod">
          <ac:chgData name="Alexa Varjian" userId="fa2e0dcffb21d462" providerId="LiveId" clId="{EB5BF09D-2986-4F3E-B88F-FF3609BC9D34}" dt="2026-04-04T16:43:04.374" v="4311" actId="1076"/>
          <ac:spMkLst>
            <pc:docMk/>
            <pc:sldMk cId="2153855005" sldId="268"/>
            <ac:spMk id="3" creationId="{25907432-8EA3-FA37-1C5D-0894B20D2F79}"/>
          </ac:spMkLst>
        </pc:spChg>
        <pc:spChg chg="add">
          <ac:chgData name="Alexa Varjian" userId="fa2e0dcffb21d462" providerId="LiveId" clId="{EB5BF09D-2986-4F3E-B88F-FF3609BC9D34}" dt="2026-04-04T16:42:10.997" v="4299" actId="26606"/>
          <ac:spMkLst>
            <pc:docMk/>
            <pc:sldMk cId="2153855005" sldId="268"/>
            <ac:spMk id="6151" creationId="{8EB2B82E-9519-13BE-F662-21976E2C7A9C}"/>
          </ac:spMkLst>
        </pc:spChg>
        <pc:picChg chg="add mod ord">
          <ac:chgData name="Alexa Varjian" userId="fa2e0dcffb21d462" providerId="LiveId" clId="{EB5BF09D-2986-4F3E-B88F-FF3609BC9D34}" dt="2026-04-04T16:42:41.063" v="4306" actId="1076"/>
          <ac:picMkLst>
            <pc:docMk/>
            <pc:sldMk cId="2153855005" sldId="268"/>
            <ac:picMk id="6146" creationId="{24FAF85B-E0B3-3FD7-D09B-2A60F1BC6853}"/>
          </ac:picMkLst>
        </pc:picChg>
        <pc:cxnChg chg="add">
          <ac:chgData name="Alexa Varjian" userId="fa2e0dcffb21d462" providerId="LiveId" clId="{EB5BF09D-2986-4F3E-B88F-FF3609BC9D34}" dt="2026-04-04T16:42:10.997" v="4299" actId="26606"/>
          <ac:cxnSpMkLst>
            <pc:docMk/>
            <pc:sldMk cId="2153855005" sldId="268"/>
            <ac:cxnSpMk id="6153" creationId="{58111A9F-5A83-81E0-CD78-A5959435DC2D}"/>
          </ac:cxnSpMkLst>
        </pc:cxnChg>
      </pc:sldChg>
      <pc:sldChg chg="addSp delSp modSp new mod setBg">
        <pc:chgData name="Alexa Varjian" userId="fa2e0dcffb21d462" providerId="LiveId" clId="{EB5BF09D-2986-4F3E-B88F-FF3609BC9D34}" dt="2026-04-09T02:51:29.356" v="12509"/>
        <pc:sldMkLst>
          <pc:docMk/>
          <pc:sldMk cId="3416414144" sldId="269"/>
        </pc:sldMkLst>
        <pc:spChg chg="mod">
          <ac:chgData name="Alexa Varjian" userId="fa2e0dcffb21d462" providerId="LiveId" clId="{EB5BF09D-2986-4F3E-B88F-FF3609BC9D34}" dt="2026-04-07T02:55:59.939" v="12041" actId="26606"/>
          <ac:spMkLst>
            <pc:docMk/>
            <pc:sldMk cId="3416414144" sldId="269"/>
            <ac:spMk id="2" creationId="{826DEE96-3168-E08D-0C6E-D8DBED305CCB}"/>
          </ac:spMkLst>
        </pc:spChg>
        <pc:graphicFrameChg chg="add mod modGraphic">
          <ac:chgData name="Alexa Varjian" userId="fa2e0dcffb21d462" providerId="LiveId" clId="{EB5BF09D-2986-4F3E-B88F-FF3609BC9D34}" dt="2026-04-09T02:51:29.356" v="12509"/>
          <ac:graphicFrameMkLst>
            <pc:docMk/>
            <pc:sldMk cId="3416414144" sldId="269"/>
            <ac:graphicFrameMk id="5124" creationId="{61F0F76A-99EF-0989-D3BF-C1469A1A9B45}"/>
          </ac:graphicFrameMkLst>
        </pc:graphicFrameChg>
        <pc:picChg chg="add mod ord">
          <ac:chgData name="Alexa Varjian" userId="fa2e0dcffb21d462" providerId="LiveId" clId="{EB5BF09D-2986-4F3E-B88F-FF3609BC9D34}" dt="2026-04-07T02:55:59.939" v="12041" actId="26606"/>
          <ac:picMkLst>
            <pc:docMk/>
            <pc:sldMk cId="3416414144" sldId="269"/>
            <ac:picMk id="5122" creationId="{1EAF12A9-40AE-0874-D147-2DAF7894D646}"/>
          </ac:picMkLst>
        </pc:picChg>
      </pc:sldChg>
      <pc:sldChg chg="addSp delSp modSp new mod setBg">
        <pc:chgData name="Alexa Varjian" userId="fa2e0dcffb21d462" providerId="LiveId" clId="{EB5BF09D-2986-4F3E-B88F-FF3609BC9D34}" dt="2026-04-07T01:43:58.485" v="12026" actId="20577"/>
        <pc:sldMkLst>
          <pc:docMk/>
          <pc:sldMk cId="3219665864" sldId="270"/>
        </pc:sldMkLst>
        <pc:spChg chg="mod">
          <ac:chgData name="Alexa Varjian" userId="fa2e0dcffb21d462" providerId="LiveId" clId="{EB5BF09D-2986-4F3E-B88F-FF3609BC9D34}" dt="2026-04-04T16:55:29.779" v="4897" actId="26606"/>
          <ac:spMkLst>
            <pc:docMk/>
            <pc:sldMk cId="3219665864" sldId="270"/>
            <ac:spMk id="2" creationId="{942165D3-E8C9-EA7B-9272-2B93B8DABCC2}"/>
          </ac:spMkLst>
        </pc:spChg>
        <pc:spChg chg="add">
          <ac:chgData name="Alexa Varjian" userId="fa2e0dcffb21d462" providerId="LiveId" clId="{EB5BF09D-2986-4F3E-B88F-FF3609BC9D34}" dt="2026-04-04T16:55:29.779" v="4897" actId="26606"/>
          <ac:spMkLst>
            <pc:docMk/>
            <pc:sldMk cId="3219665864" sldId="270"/>
            <ac:spMk id="9" creationId="{6D1A2CED-DA9B-4CCF-8215-CFC65FE71603}"/>
          </ac:spMkLst>
        </pc:spChg>
        <pc:spChg chg="add">
          <ac:chgData name="Alexa Varjian" userId="fa2e0dcffb21d462" providerId="LiveId" clId="{EB5BF09D-2986-4F3E-B88F-FF3609BC9D34}" dt="2026-04-04T16:55:29.779" v="4897" actId="26606"/>
          <ac:spMkLst>
            <pc:docMk/>
            <pc:sldMk cId="3219665864" sldId="270"/>
            <ac:spMk id="11" creationId="{562DFC44-A40C-4573-9230-B3EDB3EC8EEB}"/>
          </ac:spMkLst>
        </pc:spChg>
        <pc:spChg chg="add">
          <ac:chgData name="Alexa Varjian" userId="fa2e0dcffb21d462" providerId="LiveId" clId="{EB5BF09D-2986-4F3E-B88F-FF3609BC9D34}" dt="2026-04-04T16:55:29.779" v="4897" actId="26606"/>
          <ac:spMkLst>
            <pc:docMk/>
            <pc:sldMk cId="3219665864" sldId="270"/>
            <ac:spMk id="13" creationId="{15589D35-CF9F-4DE9-A792-8571A09E9BC9}"/>
          </ac:spMkLst>
        </pc:spChg>
        <pc:graphicFrameChg chg="add modGraphic">
          <ac:chgData name="Alexa Varjian" userId="fa2e0dcffb21d462" providerId="LiveId" clId="{EB5BF09D-2986-4F3E-B88F-FF3609BC9D34}" dt="2026-04-07T01:43:58.485" v="12026" actId="20577"/>
          <ac:graphicFrameMkLst>
            <pc:docMk/>
            <pc:sldMk cId="3219665864" sldId="270"/>
            <ac:graphicFrameMk id="5" creationId="{C83B010D-13F4-FDD2-BE3E-72EC5B79A69D}"/>
          </ac:graphicFrameMkLst>
        </pc:graphicFrameChg>
      </pc:sldChg>
      <pc:sldChg chg="addSp delSp modSp new mod setBg">
        <pc:chgData name="Alexa Varjian" userId="fa2e0dcffb21d462" providerId="LiveId" clId="{EB5BF09D-2986-4F3E-B88F-FF3609BC9D34}" dt="2026-04-06T21:09:47.500" v="11961" actId="20577"/>
        <pc:sldMkLst>
          <pc:docMk/>
          <pc:sldMk cId="4290769559" sldId="271"/>
        </pc:sldMkLst>
        <pc:spChg chg="mod">
          <ac:chgData name="Alexa Varjian" userId="fa2e0dcffb21d462" providerId="LiveId" clId="{EB5BF09D-2986-4F3E-B88F-FF3609BC9D34}" dt="2026-04-05T00:42:27.563" v="6269" actId="20577"/>
          <ac:spMkLst>
            <pc:docMk/>
            <pc:sldMk cId="4290769559" sldId="271"/>
            <ac:spMk id="2" creationId="{BCB2FB1B-20FA-3FFC-4B30-BB15F8464EBE}"/>
          </ac:spMkLst>
        </pc:spChg>
        <pc:spChg chg="mod">
          <ac:chgData name="Alexa Varjian" userId="fa2e0dcffb21d462" providerId="LiveId" clId="{EB5BF09D-2986-4F3E-B88F-FF3609BC9D34}" dt="2026-04-06T21:09:47.500" v="11961" actId="20577"/>
          <ac:spMkLst>
            <pc:docMk/>
            <pc:sldMk cId="4290769559" sldId="271"/>
            <ac:spMk id="3" creationId="{EE3938CD-A37F-ABD4-5300-C8CA4FA8B3BD}"/>
          </ac:spMkLst>
        </pc:spChg>
        <pc:spChg chg="add mod ord">
          <ac:chgData name="Alexa Varjian" userId="fa2e0dcffb21d462" providerId="LiveId" clId="{EB5BF09D-2986-4F3E-B88F-FF3609BC9D34}" dt="2026-04-04T17:14:13.331" v="6114" actId="26606"/>
          <ac:spMkLst>
            <pc:docMk/>
            <pc:sldMk cId="4290769559" sldId="271"/>
            <ac:spMk id="4" creationId="{B02FEF1F-5294-7265-3ED5-87380AC64F1B}"/>
          </ac:spMkLst>
        </pc:spChg>
        <pc:spChg chg="add">
          <ac:chgData name="Alexa Varjian" userId="fa2e0dcffb21d462" providerId="LiveId" clId="{EB5BF09D-2986-4F3E-B88F-FF3609BC9D34}" dt="2026-04-04T17:15:17.227" v="6116" actId="26606"/>
          <ac:spMkLst>
            <pc:docMk/>
            <pc:sldMk cId="4290769559" sldId="271"/>
            <ac:spMk id="7181" creationId="{B712E947-0734-45F9-9C4F-41114EC3A33E}"/>
          </ac:spMkLst>
        </pc:spChg>
        <pc:spChg chg="add">
          <ac:chgData name="Alexa Varjian" userId="fa2e0dcffb21d462" providerId="LiveId" clId="{EB5BF09D-2986-4F3E-B88F-FF3609BC9D34}" dt="2026-04-04T17:15:17.227" v="6116" actId="26606"/>
          <ac:spMkLst>
            <pc:docMk/>
            <pc:sldMk cId="4290769559" sldId="271"/>
            <ac:spMk id="7183" creationId="{5A65989E-BBD5-44D7-AA86-7AFD5D46BBC0}"/>
          </ac:spMkLst>
        </pc:spChg>
        <pc:spChg chg="add">
          <ac:chgData name="Alexa Varjian" userId="fa2e0dcffb21d462" providerId="LiveId" clId="{EB5BF09D-2986-4F3E-B88F-FF3609BC9D34}" dt="2026-04-04T17:15:17.227" v="6116" actId="26606"/>
          <ac:spMkLst>
            <pc:docMk/>
            <pc:sldMk cId="4290769559" sldId="271"/>
            <ac:spMk id="7185" creationId="{231A2881-D8D7-4A7D-ACA3-E9F849F853D8}"/>
          </ac:spMkLst>
        </pc:spChg>
        <pc:picChg chg="add mod ord">
          <ac:chgData name="Alexa Varjian" userId="fa2e0dcffb21d462" providerId="LiveId" clId="{EB5BF09D-2986-4F3E-B88F-FF3609BC9D34}" dt="2026-04-04T17:17:44.448" v="6261" actId="1076"/>
          <ac:picMkLst>
            <pc:docMk/>
            <pc:sldMk cId="4290769559" sldId="271"/>
            <ac:picMk id="8" creationId="{1C2C397C-29BD-A638-5BA7-1A15A97D206D}"/>
          </ac:picMkLst>
        </pc:picChg>
        <pc:picChg chg="add mod ord">
          <ac:chgData name="Alexa Varjian" userId="fa2e0dcffb21d462" providerId="LiveId" clId="{EB5BF09D-2986-4F3E-B88F-FF3609BC9D34}" dt="2026-04-04T17:17:46.469" v="6262" actId="1076"/>
          <ac:picMkLst>
            <pc:docMk/>
            <pc:sldMk cId="4290769559" sldId="271"/>
            <ac:picMk id="7176" creationId="{A81918E4-620A-5559-3072-CC3ED576321A}"/>
          </ac:picMkLst>
        </pc:picChg>
      </pc:sldChg>
      <pc:sldChg chg="addSp delSp modSp new mod setBg">
        <pc:chgData name="Alexa Varjian" userId="fa2e0dcffb21d462" providerId="LiveId" clId="{EB5BF09D-2986-4F3E-B88F-FF3609BC9D34}" dt="2026-04-09T02:35:56.222" v="12507" actId="20577"/>
        <pc:sldMkLst>
          <pc:docMk/>
          <pc:sldMk cId="2199308527" sldId="272"/>
        </pc:sldMkLst>
        <pc:spChg chg="mod">
          <ac:chgData name="Alexa Varjian" userId="fa2e0dcffb21d462" providerId="LiveId" clId="{EB5BF09D-2986-4F3E-B88F-FF3609BC9D34}" dt="2026-04-06T21:17:57.090" v="11978" actId="26606"/>
          <ac:spMkLst>
            <pc:docMk/>
            <pc:sldMk cId="2199308527" sldId="272"/>
            <ac:spMk id="2" creationId="{6FF8387B-AC4F-D68D-EFBE-EF44A936AE44}"/>
          </ac:spMkLst>
        </pc:spChg>
        <pc:spChg chg="mod">
          <ac:chgData name="Alexa Varjian" userId="fa2e0dcffb21d462" providerId="LiveId" clId="{EB5BF09D-2986-4F3E-B88F-FF3609BC9D34}" dt="2026-04-09T02:35:56.222" v="12507" actId="20577"/>
          <ac:spMkLst>
            <pc:docMk/>
            <pc:sldMk cId="2199308527" sldId="272"/>
            <ac:spMk id="3" creationId="{5C0EA92E-FEE9-EC72-907B-E71148D4192C}"/>
          </ac:spMkLst>
        </pc:spChg>
        <pc:spChg chg="add del">
          <ac:chgData name="Alexa Varjian" userId="fa2e0dcffb21d462" providerId="LiveId" clId="{EB5BF09D-2986-4F3E-B88F-FF3609BC9D34}" dt="2026-04-06T21:17:57.090" v="11978" actId="26606"/>
          <ac:spMkLst>
            <pc:docMk/>
            <pc:sldMk cId="2199308527" sldId="272"/>
            <ac:spMk id="3079" creationId="{D1D34770-47A8-402C-AF23-2B653F2D88C1}"/>
          </ac:spMkLst>
        </pc:spChg>
        <pc:picChg chg="add del mod ord">
          <ac:chgData name="Alexa Varjian" userId="fa2e0dcffb21d462" providerId="LiveId" clId="{EB5BF09D-2986-4F3E-B88F-FF3609BC9D34}" dt="2026-04-06T21:17:57.090" v="11978" actId="26606"/>
          <ac:picMkLst>
            <pc:docMk/>
            <pc:sldMk cId="2199308527" sldId="272"/>
            <ac:picMk id="3074" creationId="{5DADF6AD-E166-D804-DDE8-F96E603A27E9}"/>
          </ac:picMkLst>
        </pc:picChg>
      </pc:sldChg>
      <pc:sldChg chg="addSp modSp new mod setBg">
        <pc:chgData name="Alexa Varjian" userId="fa2e0dcffb21d462" providerId="LiveId" clId="{EB5BF09D-2986-4F3E-B88F-FF3609BC9D34}" dt="2026-04-05T01:48:20.197" v="9000" actId="20577"/>
        <pc:sldMkLst>
          <pc:docMk/>
          <pc:sldMk cId="1089976660" sldId="273"/>
        </pc:sldMkLst>
        <pc:spChg chg="mod">
          <ac:chgData name="Alexa Varjian" userId="fa2e0dcffb21d462" providerId="LiveId" clId="{EB5BF09D-2986-4F3E-B88F-FF3609BC9D34}" dt="2026-04-05T01:45:06.190" v="8988" actId="26606"/>
          <ac:spMkLst>
            <pc:docMk/>
            <pc:sldMk cId="1089976660" sldId="273"/>
            <ac:spMk id="2" creationId="{A2A7A761-25D1-F2B8-ADEE-CD9C151E512B}"/>
          </ac:spMkLst>
        </pc:spChg>
        <pc:spChg chg="mod">
          <ac:chgData name="Alexa Varjian" userId="fa2e0dcffb21d462" providerId="LiveId" clId="{EB5BF09D-2986-4F3E-B88F-FF3609BC9D34}" dt="2026-04-05T01:48:20.197" v="9000" actId="20577"/>
          <ac:spMkLst>
            <pc:docMk/>
            <pc:sldMk cId="1089976660" sldId="273"/>
            <ac:spMk id="3" creationId="{A9A0EAF1-6A5F-E8AE-00BC-80EFB4026F0D}"/>
          </ac:spMkLst>
        </pc:spChg>
        <pc:spChg chg="add">
          <ac:chgData name="Alexa Varjian" userId="fa2e0dcffb21d462" providerId="LiveId" clId="{EB5BF09D-2986-4F3E-B88F-FF3609BC9D34}" dt="2026-04-05T01:45:06.190" v="8988" actId="26606"/>
          <ac:spMkLst>
            <pc:docMk/>
            <pc:sldMk cId="1089976660" sldId="273"/>
            <ac:spMk id="4103" creationId="{F94AA2BD-2E3F-4B1D-8127-5744B8115311}"/>
          </ac:spMkLst>
        </pc:spChg>
        <pc:spChg chg="add">
          <ac:chgData name="Alexa Varjian" userId="fa2e0dcffb21d462" providerId="LiveId" clId="{EB5BF09D-2986-4F3E-B88F-FF3609BC9D34}" dt="2026-04-05T01:45:06.190" v="8988" actId="26606"/>
          <ac:spMkLst>
            <pc:docMk/>
            <pc:sldMk cId="1089976660" sldId="273"/>
            <ac:spMk id="4105" creationId="{4BD02261-2DC8-4AA8-9E16-7751AE892445}"/>
          </ac:spMkLst>
        </pc:spChg>
        <pc:spChg chg="add">
          <ac:chgData name="Alexa Varjian" userId="fa2e0dcffb21d462" providerId="LiveId" clId="{EB5BF09D-2986-4F3E-B88F-FF3609BC9D34}" dt="2026-04-05T01:45:06.190" v="8988" actId="26606"/>
          <ac:spMkLst>
            <pc:docMk/>
            <pc:sldMk cId="1089976660" sldId="273"/>
            <ac:spMk id="4107" creationId="{3D752CF2-2291-40B5-B462-C17B174C10BC}"/>
          </ac:spMkLst>
        </pc:spChg>
        <pc:picChg chg="add mod">
          <ac:chgData name="Alexa Varjian" userId="fa2e0dcffb21d462" providerId="LiveId" clId="{EB5BF09D-2986-4F3E-B88F-FF3609BC9D34}" dt="2026-04-05T01:45:06.190" v="8988" actId="26606"/>
          <ac:picMkLst>
            <pc:docMk/>
            <pc:sldMk cId="1089976660" sldId="273"/>
            <ac:picMk id="4098" creationId="{327AF978-91F7-6BF7-F198-DCE01F641E43}"/>
          </ac:picMkLst>
        </pc:picChg>
      </pc:sldChg>
      <pc:sldChg chg="addSp delSp modSp new mod setBg">
        <pc:chgData name="Alexa Varjian" userId="fa2e0dcffb21d462" providerId="LiveId" clId="{EB5BF09D-2986-4F3E-B88F-FF3609BC9D34}" dt="2026-04-09T02:20:06.676" v="12489" actId="20577"/>
        <pc:sldMkLst>
          <pc:docMk/>
          <pc:sldMk cId="2721754775" sldId="274"/>
        </pc:sldMkLst>
        <pc:spChg chg="mod">
          <ac:chgData name="Alexa Varjian" userId="fa2e0dcffb21d462" providerId="LiveId" clId="{EB5BF09D-2986-4F3E-B88F-FF3609BC9D34}" dt="2026-04-05T01:58:54.534" v="9685" actId="26606"/>
          <ac:spMkLst>
            <pc:docMk/>
            <pc:sldMk cId="2721754775" sldId="274"/>
            <ac:spMk id="2" creationId="{443E3BA1-B033-4EE7-0F06-840B14F4FABD}"/>
          </ac:spMkLst>
        </pc:spChg>
        <pc:spChg chg="add del mod">
          <ac:chgData name="Alexa Varjian" userId="fa2e0dcffb21d462" providerId="LiveId" clId="{EB5BF09D-2986-4F3E-B88F-FF3609BC9D34}" dt="2026-04-09T02:20:06.676" v="12489" actId="20577"/>
          <ac:spMkLst>
            <pc:docMk/>
            <pc:sldMk cId="2721754775" sldId="274"/>
            <ac:spMk id="3" creationId="{9EC23BA3-71C7-2D2B-AA3B-47E85EBC81AB}"/>
          </ac:spMkLst>
        </pc:spChg>
        <pc:spChg chg="add">
          <ac:chgData name="Alexa Varjian" userId="fa2e0dcffb21d462" providerId="LiveId" clId="{EB5BF09D-2986-4F3E-B88F-FF3609BC9D34}" dt="2026-04-05T01:58:54.534" v="9685" actId="26606"/>
          <ac:spMkLst>
            <pc:docMk/>
            <pc:sldMk cId="2721754775" sldId="274"/>
            <ac:spMk id="5131" creationId="{D009D6D5-DAC2-4A8B-A17A-E206B9012D09}"/>
          </ac:spMkLst>
        </pc:spChg>
        <pc:picChg chg="add mod">
          <ac:chgData name="Alexa Varjian" userId="fa2e0dcffb21d462" providerId="LiveId" clId="{EB5BF09D-2986-4F3E-B88F-FF3609BC9D34}" dt="2026-04-05T01:58:54.534" v="9685" actId="26606"/>
          <ac:picMkLst>
            <pc:docMk/>
            <pc:sldMk cId="2721754775" sldId="274"/>
            <ac:picMk id="5126" creationId="{60CECFF7-3B97-8895-D295-A73D8B52D1F7}"/>
          </ac:picMkLst>
        </pc:picChg>
      </pc:sldChg>
      <pc:sldChg chg="addSp delSp modSp new mod setBg">
        <pc:chgData name="Alexa Varjian" userId="fa2e0dcffb21d462" providerId="LiveId" clId="{EB5BF09D-2986-4F3E-B88F-FF3609BC9D34}" dt="2026-04-05T02:11:42.323" v="10496" actId="26606"/>
        <pc:sldMkLst>
          <pc:docMk/>
          <pc:sldMk cId="2690502247" sldId="275"/>
        </pc:sldMkLst>
        <pc:spChg chg="mod">
          <ac:chgData name="Alexa Varjian" userId="fa2e0dcffb21d462" providerId="LiveId" clId="{EB5BF09D-2986-4F3E-B88F-FF3609BC9D34}" dt="2026-04-05T02:11:42.323" v="10496" actId="26606"/>
          <ac:spMkLst>
            <pc:docMk/>
            <pc:sldMk cId="2690502247" sldId="275"/>
            <ac:spMk id="2" creationId="{0E6982E8-B4D9-FCF3-4AEF-6BC56529C061}"/>
          </ac:spMkLst>
        </pc:spChg>
        <pc:spChg chg="add">
          <ac:chgData name="Alexa Varjian" userId="fa2e0dcffb21d462" providerId="LiveId" clId="{EB5BF09D-2986-4F3E-B88F-FF3609BC9D34}" dt="2026-04-05T02:11:42.323" v="10496" actId="26606"/>
          <ac:spMkLst>
            <pc:docMk/>
            <pc:sldMk cId="2690502247" sldId="275"/>
            <ac:spMk id="9" creationId="{56E9B3E6-E277-4D68-BA48-9CB43FFBD6E2}"/>
          </ac:spMkLst>
        </pc:spChg>
        <pc:spChg chg="add">
          <ac:chgData name="Alexa Varjian" userId="fa2e0dcffb21d462" providerId="LiveId" clId="{EB5BF09D-2986-4F3E-B88F-FF3609BC9D34}" dt="2026-04-05T02:11:42.323" v="10496" actId="26606"/>
          <ac:spMkLst>
            <pc:docMk/>
            <pc:sldMk cId="2690502247" sldId="275"/>
            <ac:spMk id="16" creationId="{D5B0017B-2ECA-49AF-B397-DC140825DF8D}"/>
          </ac:spMkLst>
        </pc:spChg>
        <pc:grpChg chg="add">
          <ac:chgData name="Alexa Varjian" userId="fa2e0dcffb21d462" providerId="LiveId" clId="{EB5BF09D-2986-4F3E-B88F-FF3609BC9D34}" dt="2026-04-05T02:11:42.323" v="10496" actId="26606"/>
          <ac:grpSpMkLst>
            <pc:docMk/>
            <pc:sldMk cId="2690502247" sldId="275"/>
            <ac:grpSpMk id="11" creationId="{AE1C45F0-260A-458C-96ED-C1F6D2151219}"/>
          </ac:grpSpMkLst>
        </pc:grpChg>
        <pc:graphicFrameChg chg="add">
          <ac:chgData name="Alexa Varjian" userId="fa2e0dcffb21d462" providerId="LiveId" clId="{EB5BF09D-2986-4F3E-B88F-FF3609BC9D34}" dt="2026-04-05T02:11:42.323" v="10496" actId="26606"/>
          <ac:graphicFrameMkLst>
            <pc:docMk/>
            <pc:sldMk cId="2690502247" sldId="275"/>
            <ac:graphicFrameMk id="5" creationId="{B3CF7038-110F-F059-436F-DBEC25A554BB}"/>
          </ac:graphicFrameMkLst>
        </pc:graphicFrameChg>
        <pc:cxnChg chg="add">
          <ac:chgData name="Alexa Varjian" userId="fa2e0dcffb21d462" providerId="LiveId" clId="{EB5BF09D-2986-4F3E-B88F-FF3609BC9D34}" dt="2026-04-05T02:11:42.323" v="10496" actId="26606"/>
          <ac:cxnSpMkLst>
            <pc:docMk/>
            <pc:sldMk cId="2690502247" sldId="275"/>
            <ac:cxnSpMk id="18" creationId="{6CF1BAF6-AD41-4082-B212-8A1F9A2E8779}"/>
          </ac:cxnSpMkLst>
        </pc:cxnChg>
      </pc:sldChg>
      <pc:sldChg chg="addSp modSp new mod setBg">
        <pc:chgData name="Alexa Varjian" userId="fa2e0dcffb21d462" providerId="LiveId" clId="{EB5BF09D-2986-4F3E-B88F-FF3609BC9D34}" dt="2026-04-09T01:26:31.160" v="12425" actId="20577"/>
        <pc:sldMkLst>
          <pc:docMk/>
          <pc:sldMk cId="3018771891" sldId="276"/>
        </pc:sldMkLst>
        <pc:spChg chg="mod">
          <ac:chgData name="Alexa Varjian" userId="fa2e0dcffb21d462" providerId="LiveId" clId="{EB5BF09D-2986-4F3E-B88F-FF3609BC9D34}" dt="2026-04-05T02:12:12.808" v="10497" actId="26606"/>
          <ac:spMkLst>
            <pc:docMk/>
            <pc:sldMk cId="3018771891" sldId="276"/>
            <ac:spMk id="2" creationId="{6F19BB4F-A4B1-C37C-2B1D-FAFFD77D3B7C}"/>
          </ac:spMkLst>
        </pc:spChg>
        <pc:spChg chg="mod">
          <ac:chgData name="Alexa Varjian" userId="fa2e0dcffb21d462" providerId="LiveId" clId="{EB5BF09D-2986-4F3E-B88F-FF3609BC9D34}" dt="2026-04-09T01:26:31.160" v="12425" actId="20577"/>
          <ac:spMkLst>
            <pc:docMk/>
            <pc:sldMk cId="3018771891" sldId="276"/>
            <ac:spMk id="3" creationId="{B67546E1-0290-39F5-34C4-CC7B13B8637F}"/>
          </ac:spMkLst>
        </pc:spChg>
        <pc:spChg chg="add">
          <ac:chgData name="Alexa Varjian" userId="fa2e0dcffb21d462" providerId="LiveId" clId="{EB5BF09D-2986-4F3E-B88F-FF3609BC9D34}" dt="2026-04-05T02:12:12.808" v="10497" actId="26606"/>
          <ac:spMkLst>
            <pc:docMk/>
            <pc:sldMk cId="3018771891" sldId="276"/>
            <ac:spMk id="9" creationId="{AE3A741D-C19B-960A-5803-1C5887147820}"/>
          </ac:spMkLst>
        </pc:spChg>
        <pc:spChg chg="add">
          <ac:chgData name="Alexa Varjian" userId="fa2e0dcffb21d462" providerId="LiveId" clId="{EB5BF09D-2986-4F3E-B88F-FF3609BC9D34}" dt="2026-04-05T02:12:12.808" v="10497" actId="26606"/>
          <ac:spMkLst>
            <pc:docMk/>
            <pc:sldMk cId="3018771891" sldId="276"/>
            <ac:spMk id="11" creationId="{DC39DE25-0E4E-0AA7-0932-1D78C2372786}"/>
          </ac:spMkLst>
        </pc:spChg>
        <pc:spChg chg="add">
          <ac:chgData name="Alexa Varjian" userId="fa2e0dcffb21d462" providerId="LiveId" clId="{EB5BF09D-2986-4F3E-B88F-FF3609BC9D34}" dt="2026-04-05T02:12:12.808" v="10497" actId="26606"/>
          <ac:spMkLst>
            <pc:docMk/>
            <pc:sldMk cId="3018771891" sldId="276"/>
            <ac:spMk id="13" creationId="{8D6EA299-0840-6DEA-E670-C49AEBC87E89}"/>
          </ac:spMkLst>
        </pc:spChg>
        <pc:picChg chg="add mod">
          <ac:chgData name="Alexa Varjian" userId="fa2e0dcffb21d462" providerId="LiveId" clId="{EB5BF09D-2986-4F3E-B88F-FF3609BC9D34}" dt="2026-04-05T02:12:23.750" v="10499" actId="14100"/>
          <ac:picMkLst>
            <pc:docMk/>
            <pc:sldMk cId="3018771891" sldId="276"/>
            <ac:picMk id="5" creationId="{1D40EC72-A53F-F177-62D8-E5908E19B0F9}"/>
          </ac:picMkLst>
        </pc:picChg>
      </pc:sldChg>
      <pc:sldChg chg="addSp delSp modSp new mod setBg">
        <pc:chgData name="Alexa Varjian" userId="fa2e0dcffb21d462" providerId="LiveId" clId="{EB5BF09D-2986-4F3E-B88F-FF3609BC9D34}" dt="2026-04-09T01:53:47.684" v="12450" actId="20577"/>
        <pc:sldMkLst>
          <pc:docMk/>
          <pc:sldMk cId="421794554" sldId="277"/>
        </pc:sldMkLst>
        <pc:spChg chg="mod">
          <ac:chgData name="Alexa Varjian" userId="fa2e0dcffb21d462" providerId="LiveId" clId="{EB5BF09D-2986-4F3E-B88F-FF3609BC9D34}" dt="2026-04-05T02:26:05.609" v="11326" actId="26606"/>
          <ac:spMkLst>
            <pc:docMk/>
            <pc:sldMk cId="421794554" sldId="277"/>
            <ac:spMk id="2" creationId="{DFD840E7-7AC2-1D3F-B1E3-1CF3FA035F68}"/>
          </ac:spMkLst>
        </pc:spChg>
        <pc:spChg chg="mod">
          <ac:chgData name="Alexa Varjian" userId="fa2e0dcffb21d462" providerId="LiveId" clId="{EB5BF09D-2986-4F3E-B88F-FF3609BC9D34}" dt="2026-04-09T01:53:47.684" v="12450" actId="20577"/>
          <ac:spMkLst>
            <pc:docMk/>
            <pc:sldMk cId="421794554" sldId="277"/>
            <ac:spMk id="3" creationId="{F51CE8F4-5BCD-A60A-6A03-F352A79E5D36}"/>
          </ac:spMkLst>
        </pc:spChg>
        <pc:spChg chg="add">
          <ac:chgData name="Alexa Varjian" userId="fa2e0dcffb21d462" providerId="LiveId" clId="{EB5BF09D-2986-4F3E-B88F-FF3609BC9D34}" dt="2026-04-05T02:26:05.609" v="11326" actId="26606"/>
          <ac:spMkLst>
            <pc:docMk/>
            <pc:sldMk cId="421794554" sldId="277"/>
            <ac:spMk id="10" creationId="{EDDBB197-D710-4A4F-A9CA-FD2177498BE8}"/>
          </ac:spMkLst>
        </pc:spChg>
        <pc:spChg chg="add">
          <ac:chgData name="Alexa Varjian" userId="fa2e0dcffb21d462" providerId="LiveId" clId="{EB5BF09D-2986-4F3E-B88F-FF3609BC9D34}" dt="2026-04-05T02:26:05.609" v="11326" actId="26606"/>
          <ac:spMkLst>
            <pc:docMk/>
            <pc:sldMk cId="421794554" sldId="277"/>
            <ac:spMk id="12" creationId="{975D1CFA-2CDB-4B64-BD9F-85744E8DA12F}"/>
          </ac:spMkLst>
        </pc:spChg>
        <pc:grpChg chg="add">
          <ac:chgData name="Alexa Varjian" userId="fa2e0dcffb21d462" providerId="LiveId" clId="{EB5BF09D-2986-4F3E-B88F-FF3609BC9D34}" dt="2026-04-05T02:26:05.609" v="11326" actId="26606"/>
          <ac:grpSpMkLst>
            <pc:docMk/>
            <pc:sldMk cId="421794554" sldId="277"/>
            <ac:grpSpMk id="14" creationId="{25EE5136-01F1-466C-962D-BA9B4C6757AA}"/>
          </ac:grpSpMkLst>
        </pc:grpChg>
        <pc:picChg chg="add">
          <ac:chgData name="Alexa Varjian" userId="fa2e0dcffb21d462" providerId="LiveId" clId="{EB5BF09D-2986-4F3E-B88F-FF3609BC9D34}" dt="2026-04-05T02:26:05.609" v="11326" actId="26606"/>
          <ac:picMkLst>
            <pc:docMk/>
            <pc:sldMk cId="421794554" sldId="277"/>
            <ac:picMk id="7" creationId="{2F1A741C-B233-C454-D0F6-DF697B76B09C}"/>
          </ac:picMkLst>
        </pc:picChg>
      </pc:sldChg>
      <pc:sldChg chg="addSp modSp new mod setBg">
        <pc:chgData name="Alexa Varjian" userId="fa2e0dcffb21d462" providerId="LiveId" clId="{EB5BF09D-2986-4F3E-B88F-FF3609BC9D34}" dt="2026-04-07T01:41:20.524" v="12023" actId="20577"/>
        <pc:sldMkLst>
          <pc:docMk/>
          <pc:sldMk cId="3122519001" sldId="278"/>
        </pc:sldMkLst>
        <pc:spChg chg="mod">
          <ac:chgData name="Alexa Varjian" userId="fa2e0dcffb21d462" providerId="LiveId" clId="{EB5BF09D-2986-4F3E-B88F-FF3609BC9D34}" dt="2026-04-05T02:42:02.931" v="11743" actId="26606"/>
          <ac:spMkLst>
            <pc:docMk/>
            <pc:sldMk cId="3122519001" sldId="278"/>
            <ac:spMk id="2" creationId="{A02A5D5A-E4B7-5D2E-E9BE-7CCF736AA126}"/>
          </ac:spMkLst>
        </pc:spChg>
        <pc:spChg chg="mod">
          <ac:chgData name="Alexa Varjian" userId="fa2e0dcffb21d462" providerId="LiveId" clId="{EB5BF09D-2986-4F3E-B88F-FF3609BC9D34}" dt="2026-04-07T01:41:20.524" v="12023" actId="20577"/>
          <ac:spMkLst>
            <pc:docMk/>
            <pc:sldMk cId="3122519001" sldId="278"/>
            <ac:spMk id="3" creationId="{FC4B399F-B332-37E1-FB49-ACBCB3888A4B}"/>
          </ac:spMkLst>
        </pc:spChg>
        <pc:spChg chg="add">
          <ac:chgData name="Alexa Varjian" userId="fa2e0dcffb21d462" providerId="LiveId" clId="{EB5BF09D-2986-4F3E-B88F-FF3609BC9D34}" dt="2026-04-05T02:42:02.931" v="11743" actId="26606"/>
          <ac:spMkLst>
            <pc:docMk/>
            <pc:sldMk cId="3122519001" sldId="278"/>
            <ac:spMk id="10" creationId="{EDDBB197-D710-4A4F-A9CA-FD2177498BE8}"/>
          </ac:spMkLst>
        </pc:spChg>
        <pc:spChg chg="add">
          <ac:chgData name="Alexa Varjian" userId="fa2e0dcffb21d462" providerId="LiveId" clId="{EB5BF09D-2986-4F3E-B88F-FF3609BC9D34}" dt="2026-04-05T02:42:02.931" v="11743" actId="26606"/>
          <ac:spMkLst>
            <pc:docMk/>
            <pc:sldMk cId="3122519001" sldId="278"/>
            <ac:spMk id="12" creationId="{975D1CFA-2CDB-4B64-BD9F-85744E8DA12F}"/>
          </ac:spMkLst>
        </pc:spChg>
        <pc:grpChg chg="add">
          <ac:chgData name="Alexa Varjian" userId="fa2e0dcffb21d462" providerId="LiveId" clId="{EB5BF09D-2986-4F3E-B88F-FF3609BC9D34}" dt="2026-04-05T02:42:02.931" v="11743" actId="26606"/>
          <ac:grpSpMkLst>
            <pc:docMk/>
            <pc:sldMk cId="3122519001" sldId="278"/>
            <ac:grpSpMk id="14" creationId="{25EE5136-01F1-466C-962D-BA9B4C6757AA}"/>
          </ac:grpSpMkLst>
        </pc:grpChg>
        <pc:picChg chg="add mod">
          <ac:chgData name="Alexa Varjian" userId="fa2e0dcffb21d462" providerId="LiveId" clId="{EB5BF09D-2986-4F3E-B88F-FF3609BC9D34}" dt="2026-04-05T02:42:09.520" v="11745" actId="1076"/>
          <ac:picMkLst>
            <pc:docMk/>
            <pc:sldMk cId="3122519001" sldId="278"/>
            <ac:picMk id="7" creationId="{B494D79B-3CA8-FED7-64AB-B9C1EA4C967D}"/>
          </ac:picMkLst>
        </pc:picChg>
      </pc:sldChg>
      <pc:sldChg chg="addSp delSp modSp new mod setBg addAnim">
        <pc:chgData name="Alexa Varjian" userId="fa2e0dcffb21d462" providerId="LiveId" clId="{EB5BF09D-2986-4F3E-B88F-FF3609BC9D34}" dt="2026-04-06T20:24:14.708" v="11799" actId="26606"/>
        <pc:sldMkLst>
          <pc:docMk/>
          <pc:sldMk cId="2978533094" sldId="279"/>
        </pc:sldMkLst>
        <pc:spChg chg="mod">
          <ac:chgData name="Alexa Varjian" userId="fa2e0dcffb21d462" providerId="LiveId" clId="{EB5BF09D-2986-4F3E-B88F-FF3609BC9D34}" dt="2026-04-06T20:24:14.708" v="11799" actId="26606"/>
          <ac:spMkLst>
            <pc:docMk/>
            <pc:sldMk cId="2978533094" sldId="279"/>
            <ac:spMk id="2" creationId="{CBB82827-48C7-D73D-3D30-360C0AA81EAB}"/>
          </ac:spMkLst>
        </pc:spChg>
        <pc:spChg chg="add">
          <ac:chgData name="Alexa Varjian" userId="fa2e0dcffb21d462" providerId="LiveId" clId="{EB5BF09D-2986-4F3E-B88F-FF3609BC9D34}" dt="2026-04-06T20:24:14.708" v="11799" actId="26606"/>
          <ac:spMkLst>
            <pc:docMk/>
            <pc:sldMk cId="2978533094" sldId="279"/>
            <ac:spMk id="47" creationId="{19D32F93-50AC-4C46-A5DB-291C60DDB7BD}"/>
          </ac:spMkLst>
        </pc:spChg>
        <pc:spChg chg="add">
          <ac:chgData name="Alexa Varjian" userId="fa2e0dcffb21d462" providerId="LiveId" clId="{EB5BF09D-2986-4F3E-B88F-FF3609BC9D34}" dt="2026-04-06T20:24:14.708" v="11799" actId="26606"/>
          <ac:spMkLst>
            <pc:docMk/>
            <pc:sldMk cId="2978533094" sldId="279"/>
            <ac:spMk id="48" creationId="{827DC2C4-B485-428A-BF4A-472D2967F47F}"/>
          </ac:spMkLst>
        </pc:spChg>
        <pc:spChg chg="add">
          <ac:chgData name="Alexa Varjian" userId="fa2e0dcffb21d462" providerId="LiveId" clId="{EB5BF09D-2986-4F3E-B88F-FF3609BC9D34}" dt="2026-04-06T20:24:14.708" v="11799" actId="26606"/>
          <ac:spMkLst>
            <pc:docMk/>
            <pc:sldMk cId="2978533094" sldId="279"/>
            <ac:spMk id="49" creationId="{EE04B5EB-F158-4507-90DD-BD23620C7CC9}"/>
          </ac:spMkLst>
        </pc:spChg>
        <pc:picChg chg="add mod">
          <ac:chgData name="Alexa Varjian" userId="fa2e0dcffb21d462" providerId="LiveId" clId="{EB5BF09D-2986-4F3E-B88F-FF3609BC9D34}" dt="2026-04-06T20:24:14.708" v="11799" actId="26606"/>
          <ac:picMkLst>
            <pc:docMk/>
            <pc:sldMk cId="2978533094" sldId="279"/>
            <ac:picMk id="6" creationId="{2DBDCB5A-69E9-9775-6B1F-5A05C283D23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F600E8-9787-4343-B928-C52A3FAE3EAA}" type="doc">
      <dgm:prSet loTypeId="urn:microsoft.com/office/officeart/2018/2/layout/IconLabel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B18B45-8A2E-4960-8A80-3C5FCAB621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Pre-Production</a:t>
          </a:r>
        </a:p>
      </dgm:t>
    </dgm:pt>
    <dgm:pt modelId="{3463AD80-1E9A-40A8-84BC-C12C28A05EBF}" type="parTrans" cxnId="{017829CF-5496-4618-97F0-1BE88D1EA741}">
      <dgm:prSet/>
      <dgm:spPr/>
      <dgm:t>
        <a:bodyPr/>
        <a:lstStyle/>
        <a:p>
          <a:endParaRPr lang="en-US"/>
        </a:p>
      </dgm:t>
    </dgm:pt>
    <dgm:pt modelId="{467D93B7-1305-4F6E-8517-91353805E3AE}" type="sibTrans" cxnId="{017829CF-5496-4618-97F0-1BE88D1EA741}">
      <dgm:prSet/>
      <dgm:spPr/>
      <dgm:t>
        <a:bodyPr/>
        <a:lstStyle/>
        <a:p>
          <a:endParaRPr lang="en-US"/>
        </a:p>
      </dgm:t>
    </dgm:pt>
    <dgm:pt modelId="{F4CD63FD-5D5A-43E6-955E-DEE6BEA68F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 Set Production</a:t>
          </a:r>
        </a:p>
      </dgm:t>
    </dgm:pt>
    <dgm:pt modelId="{A4C31D34-C479-43A2-A2ED-C89293333538}" type="parTrans" cxnId="{F581DF8C-5944-4B78-8FE4-3060918F9D36}">
      <dgm:prSet/>
      <dgm:spPr/>
      <dgm:t>
        <a:bodyPr/>
        <a:lstStyle/>
        <a:p>
          <a:endParaRPr lang="en-US"/>
        </a:p>
      </dgm:t>
    </dgm:pt>
    <dgm:pt modelId="{B6219F71-058F-454E-9C39-D0BD88DD4F02}" type="sibTrans" cxnId="{F581DF8C-5944-4B78-8FE4-3060918F9D36}">
      <dgm:prSet/>
      <dgm:spPr/>
      <dgm:t>
        <a:bodyPr/>
        <a:lstStyle/>
        <a:p>
          <a:endParaRPr lang="en-US"/>
        </a:p>
      </dgm:t>
    </dgm:pt>
    <dgm:pt modelId="{1BCFFD30-8C2F-450B-816F-8E7987B052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Post-Production</a:t>
          </a:r>
        </a:p>
      </dgm:t>
    </dgm:pt>
    <dgm:pt modelId="{FAF950A9-2DA0-451D-B4D7-67BF55F33174}" type="parTrans" cxnId="{BC63B69A-1985-42DC-9AA2-7D6724AC840E}">
      <dgm:prSet/>
      <dgm:spPr/>
      <dgm:t>
        <a:bodyPr/>
        <a:lstStyle/>
        <a:p>
          <a:endParaRPr lang="en-US"/>
        </a:p>
      </dgm:t>
    </dgm:pt>
    <dgm:pt modelId="{0E616E75-463C-4238-8F8A-F24A069BC243}" type="sibTrans" cxnId="{BC63B69A-1985-42DC-9AA2-7D6724AC840E}">
      <dgm:prSet/>
      <dgm:spPr/>
      <dgm:t>
        <a:bodyPr/>
        <a:lstStyle/>
        <a:p>
          <a:endParaRPr lang="en-US"/>
        </a:p>
      </dgm:t>
    </dgm:pt>
    <dgm:pt modelId="{A8602A11-AD96-4F9E-A7BD-E03C44A3ED50}" type="pres">
      <dgm:prSet presAssocID="{EFF600E8-9787-4343-B928-C52A3FAE3EAA}" presName="root" presStyleCnt="0">
        <dgm:presLayoutVars>
          <dgm:dir/>
          <dgm:resizeHandles val="exact"/>
        </dgm:presLayoutVars>
      </dgm:prSet>
      <dgm:spPr/>
    </dgm:pt>
    <dgm:pt modelId="{FCCF2887-9C4E-417E-A8CE-351CAA6889D9}" type="pres">
      <dgm:prSet presAssocID="{05B18B45-8A2E-4960-8A80-3C5FCAB62107}" presName="compNode" presStyleCnt="0"/>
      <dgm:spPr/>
    </dgm:pt>
    <dgm:pt modelId="{FD1DACE3-5B99-413D-856C-D714993B17EF}" type="pres">
      <dgm:prSet presAssocID="{05B18B45-8A2E-4960-8A80-3C5FCAB6210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C0CADC71-E613-44A6-8039-540F725DAACA}" type="pres">
      <dgm:prSet presAssocID="{05B18B45-8A2E-4960-8A80-3C5FCAB62107}" presName="spaceRect" presStyleCnt="0"/>
      <dgm:spPr/>
    </dgm:pt>
    <dgm:pt modelId="{EFA9874A-5615-4637-8B25-25CA6BF9CD1D}" type="pres">
      <dgm:prSet presAssocID="{05B18B45-8A2E-4960-8A80-3C5FCAB62107}" presName="textRect" presStyleLbl="revTx" presStyleIdx="0" presStyleCnt="3">
        <dgm:presLayoutVars>
          <dgm:chMax val="1"/>
          <dgm:chPref val="1"/>
        </dgm:presLayoutVars>
      </dgm:prSet>
      <dgm:spPr/>
    </dgm:pt>
    <dgm:pt modelId="{183C5EF9-A6E5-4E63-B514-FD4C53EF766A}" type="pres">
      <dgm:prSet presAssocID="{467D93B7-1305-4F6E-8517-91353805E3AE}" presName="sibTrans" presStyleCnt="0"/>
      <dgm:spPr/>
    </dgm:pt>
    <dgm:pt modelId="{2EAF9CFA-6872-4E3C-A85E-D41794CAAEB1}" type="pres">
      <dgm:prSet presAssocID="{F4CD63FD-5D5A-43E6-955E-DEE6BEA68F61}" presName="compNode" presStyleCnt="0"/>
      <dgm:spPr/>
    </dgm:pt>
    <dgm:pt modelId="{5A66183B-6E83-4F4B-95C5-CEEB738F8787}" type="pres">
      <dgm:prSet presAssocID="{F4CD63FD-5D5A-43E6-955E-DEE6BEA68F6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A20C414E-B3E4-4A0D-AD7E-D96B7EE307C2}" type="pres">
      <dgm:prSet presAssocID="{F4CD63FD-5D5A-43E6-955E-DEE6BEA68F61}" presName="spaceRect" presStyleCnt="0"/>
      <dgm:spPr/>
    </dgm:pt>
    <dgm:pt modelId="{B3A70E24-67B5-41C6-A54A-BD086BB1B0DC}" type="pres">
      <dgm:prSet presAssocID="{F4CD63FD-5D5A-43E6-955E-DEE6BEA68F61}" presName="textRect" presStyleLbl="revTx" presStyleIdx="1" presStyleCnt="3">
        <dgm:presLayoutVars>
          <dgm:chMax val="1"/>
          <dgm:chPref val="1"/>
        </dgm:presLayoutVars>
      </dgm:prSet>
      <dgm:spPr/>
    </dgm:pt>
    <dgm:pt modelId="{43E6CE9D-460D-4C97-9C6D-DD24663969DE}" type="pres">
      <dgm:prSet presAssocID="{B6219F71-058F-454E-9C39-D0BD88DD4F02}" presName="sibTrans" presStyleCnt="0"/>
      <dgm:spPr/>
    </dgm:pt>
    <dgm:pt modelId="{AABB6CF9-20B8-43B7-984E-EFFC265D4FB2}" type="pres">
      <dgm:prSet presAssocID="{1BCFFD30-8C2F-450B-816F-8E7987B052F0}" presName="compNode" presStyleCnt="0"/>
      <dgm:spPr/>
    </dgm:pt>
    <dgm:pt modelId="{269C76B8-6711-479F-B348-574202C90213}" type="pres">
      <dgm:prSet presAssocID="{1BCFFD30-8C2F-450B-816F-8E7987B052F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E524209A-A321-4C3F-BD12-808BF0554A68}" type="pres">
      <dgm:prSet presAssocID="{1BCFFD30-8C2F-450B-816F-8E7987B052F0}" presName="spaceRect" presStyleCnt="0"/>
      <dgm:spPr/>
    </dgm:pt>
    <dgm:pt modelId="{115FBD5B-23E1-4EFC-8F41-076CCFFC627C}" type="pres">
      <dgm:prSet presAssocID="{1BCFFD30-8C2F-450B-816F-8E7987B052F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B754785-5B24-4550-9C82-A0649CE410A7}" type="presOf" srcId="{1BCFFD30-8C2F-450B-816F-8E7987B052F0}" destId="{115FBD5B-23E1-4EFC-8F41-076CCFFC627C}" srcOrd="0" destOrd="0" presId="urn:microsoft.com/office/officeart/2018/2/layout/IconLabelList"/>
    <dgm:cxn modelId="{F581DF8C-5944-4B78-8FE4-3060918F9D36}" srcId="{EFF600E8-9787-4343-B928-C52A3FAE3EAA}" destId="{F4CD63FD-5D5A-43E6-955E-DEE6BEA68F61}" srcOrd="1" destOrd="0" parTransId="{A4C31D34-C479-43A2-A2ED-C89293333538}" sibTransId="{B6219F71-058F-454E-9C39-D0BD88DD4F02}"/>
    <dgm:cxn modelId="{BC63B69A-1985-42DC-9AA2-7D6724AC840E}" srcId="{EFF600E8-9787-4343-B928-C52A3FAE3EAA}" destId="{1BCFFD30-8C2F-450B-816F-8E7987B052F0}" srcOrd="2" destOrd="0" parTransId="{FAF950A9-2DA0-451D-B4D7-67BF55F33174}" sibTransId="{0E616E75-463C-4238-8F8A-F24A069BC243}"/>
    <dgm:cxn modelId="{BA9833C4-9D24-4771-9DCC-8990B88A6EB1}" type="presOf" srcId="{05B18B45-8A2E-4960-8A80-3C5FCAB62107}" destId="{EFA9874A-5615-4637-8B25-25CA6BF9CD1D}" srcOrd="0" destOrd="0" presId="urn:microsoft.com/office/officeart/2018/2/layout/IconLabelList"/>
    <dgm:cxn modelId="{356A39CE-A037-454A-88A9-A7648D041028}" type="presOf" srcId="{EFF600E8-9787-4343-B928-C52A3FAE3EAA}" destId="{A8602A11-AD96-4F9E-A7BD-E03C44A3ED50}" srcOrd="0" destOrd="0" presId="urn:microsoft.com/office/officeart/2018/2/layout/IconLabelList"/>
    <dgm:cxn modelId="{017829CF-5496-4618-97F0-1BE88D1EA741}" srcId="{EFF600E8-9787-4343-B928-C52A3FAE3EAA}" destId="{05B18B45-8A2E-4960-8A80-3C5FCAB62107}" srcOrd="0" destOrd="0" parTransId="{3463AD80-1E9A-40A8-84BC-C12C28A05EBF}" sibTransId="{467D93B7-1305-4F6E-8517-91353805E3AE}"/>
    <dgm:cxn modelId="{712D48F6-8A6E-4228-875F-2F6576E32586}" type="presOf" srcId="{F4CD63FD-5D5A-43E6-955E-DEE6BEA68F61}" destId="{B3A70E24-67B5-41C6-A54A-BD086BB1B0DC}" srcOrd="0" destOrd="0" presId="urn:microsoft.com/office/officeart/2018/2/layout/IconLabelList"/>
    <dgm:cxn modelId="{0AD07D51-EEDB-42DA-8DE2-4CFF120D7797}" type="presParOf" srcId="{A8602A11-AD96-4F9E-A7BD-E03C44A3ED50}" destId="{FCCF2887-9C4E-417E-A8CE-351CAA6889D9}" srcOrd="0" destOrd="0" presId="urn:microsoft.com/office/officeart/2018/2/layout/IconLabelList"/>
    <dgm:cxn modelId="{726985DB-D85D-4671-B6B3-DB7ECF0017E1}" type="presParOf" srcId="{FCCF2887-9C4E-417E-A8CE-351CAA6889D9}" destId="{FD1DACE3-5B99-413D-856C-D714993B17EF}" srcOrd="0" destOrd="0" presId="urn:microsoft.com/office/officeart/2018/2/layout/IconLabelList"/>
    <dgm:cxn modelId="{C8BAD3F8-EF38-4CAD-B9EE-EA5A84FD154B}" type="presParOf" srcId="{FCCF2887-9C4E-417E-A8CE-351CAA6889D9}" destId="{C0CADC71-E613-44A6-8039-540F725DAACA}" srcOrd="1" destOrd="0" presId="urn:microsoft.com/office/officeart/2018/2/layout/IconLabelList"/>
    <dgm:cxn modelId="{75BD5B5E-33DC-4041-A66D-187AC0365184}" type="presParOf" srcId="{FCCF2887-9C4E-417E-A8CE-351CAA6889D9}" destId="{EFA9874A-5615-4637-8B25-25CA6BF9CD1D}" srcOrd="2" destOrd="0" presId="urn:microsoft.com/office/officeart/2018/2/layout/IconLabelList"/>
    <dgm:cxn modelId="{01ACFC6E-A978-4E7A-A898-8B795238A694}" type="presParOf" srcId="{A8602A11-AD96-4F9E-A7BD-E03C44A3ED50}" destId="{183C5EF9-A6E5-4E63-B514-FD4C53EF766A}" srcOrd="1" destOrd="0" presId="urn:microsoft.com/office/officeart/2018/2/layout/IconLabelList"/>
    <dgm:cxn modelId="{5D199B9A-9558-4E9C-A34A-B6B9D253531F}" type="presParOf" srcId="{A8602A11-AD96-4F9E-A7BD-E03C44A3ED50}" destId="{2EAF9CFA-6872-4E3C-A85E-D41794CAAEB1}" srcOrd="2" destOrd="0" presId="urn:microsoft.com/office/officeart/2018/2/layout/IconLabelList"/>
    <dgm:cxn modelId="{1CBD4405-DEB9-47C9-AD7B-D22468EB4E8C}" type="presParOf" srcId="{2EAF9CFA-6872-4E3C-A85E-D41794CAAEB1}" destId="{5A66183B-6E83-4F4B-95C5-CEEB738F8787}" srcOrd="0" destOrd="0" presId="urn:microsoft.com/office/officeart/2018/2/layout/IconLabelList"/>
    <dgm:cxn modelId="{EB7EE4A6-0C29-47E1-861F-8603514F2FC2}" type="presParOf" srcId="{2EAF9CFA-6872-4E3C-A85E-D41794CAAEB1}" destId="{A20C414E-B3E4-4A0D-AD7E-D96B7EE307C2}" srcOrd="1" destOrd="0" presId="urn:microsoft.com/office/officeart/2018/2/layout/IconLabelList"/>
    <dgm:cxn modelId="{62E01B7A-B77F-4DD3-B51D-22689DE9E838}" type="presParOf" srcId="{2EAF9CFA-6872-4E3C-A85E-D41794CAAEB1}" destId="{B3A70E24-67B5-41C6-A54A-BD086BB1B0DC}" srcOrd="2" destOrd="0" presId="urn:microsoft.com/office/officeart/2018/2/layout/IconLabelList"/>
    <dgm:cxn modelId="{FEBA131D-8F1E-4FF9-871B-A6E263236A66}" type="presParOf" srcId="{A8602A11-AD96-4F9E-A7BD-E03C44A3ED50}" destId="{43E6CE9D-460D-4C97-9C6D-DD24663969DE}" srcOrd="3" destOrd="0" presId="urn:microsoft.com/office/officeart/2018/2/layout/IconLabelList"/>
    <dgm:cxn modelId="{A2815E08-763C-43F9-9FF4-821F7E357475}" type="presParOf" srcId="{A8602A11-AD96-4F9E-A7BD-E03C44A3ED50}" destId="{AABB6CF9-20B8-43B7-984E-EFFC265D4FB2}" srcOrd="4" destOrd="0" presId="urn:microsoft.com/office/officeart/2018/2/layout/IconLabelList"/>
    <dgm:cxn modelId="{B94F7926-8ABF-4738-A1ED-24FFACB34D29}" type="presParOf" srcId="{AABB6CF9-20B8-43B7-984E-EFFC265D4FB2}" destId="{269C76B8-6711-479F-B348-574202C90213}" srcOrd="0" destOrd="0" presId="urn:microsoft.com/office/officeart/2018/2/layout/IconLabelList"/>
    <dgm:cxn modelId="{2389B5FA-97F3-4A02-BDA1-F1EE6A5C3D5F}" type="presParOf" srcId="{AABB6CF9-20B8-43B7-984E-EFFC265D4FB2}" destId="{E524209A-A321-4C3F-BD12-808BF0554A68}" srcOrd="1" destOrd="0" presId="urn:microsoft.com/office/officeart/2018/2/layout/IconLabelList"/>
    <dgm:cxn modelId="{CA4B7272-2B83-4363-A4BA-2D6AAA6D24F0}" type="presParOf" srcId="{AABB6CF9-20B8-43B7-984E-EFFC265D4FB2}" destId="{115FBD5B-23E1-4EFC-8F41-076CCFFC62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562C7B-5ECE-4EC1-B177-39D993C12709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91E88B-6124-4303-A02D-DFACA7AA5B70}">
      <dgm:prSet/>
      <dgm:spPr/>
      <dgm:t>
        <a:bodyPr/>
        <a:lstStyle/>
        <a:p>
          <a:r>
            <a:rPr lang="en-US" dirty="0"/>
            <a:t>Natural language processing</a:t>
          </a:r>
        </a:p>
      </dgm:t>
    </dgm:pt>
    <dgm:pt modelId="{B789909C-A387-4699-A2A6-80A327ACD2D4}" type="parTrans" cxnId="{FB898152-F8CC-4A23-A452-EBE9993DA5BB}">
      <dgm:prSet/>
      <dgm:spPr/>
      <dgm:t>
        <a:bodyPr/>
        <a:lstStyle/>
        <a:p>
          <a:endParaRPr lang="en-US"/>
        </a:p>
      </dgm:t>
    </dgm:pt>
    <dgm:pt modelId="{ED0CDA74-951E-483C-B5B7-311F1C09C516}" type="sibTrans" cxnId="{FB898152-F8CC-4A23-A452-EBE9993DA5BB}">
      <dgm:prSet/>
      <dgm:spPr/>
      <dgm:t>
        <a:bodyPr/>
        <a:lstStyle/>
        <a:p>
          <a:endParaRPr lang="en-US"/>
        </a:p>
      </dgm:t>
    </dgm:pt>
    <dgm:pt modelId="{9C1FEC2C-8FA7-4021-8606-EDEC589F5047}">
      <dgm:prSet/>
      <dgm:spPr/>
      <dgm:t>
        <a:bodyPr/>
        <a:lstStyle/>
        <a:p>
          <a:r>
            <a:rPr lang="en-US" dirty="0"/>
            <a:t>Helps AI understand, interpret, and produce human language</a:t>
          </a:r>
        </a:p>
      </dgm:t>
    </dgm:pt>
    <dgm:pt modelId="{FF655F8B-8398-4FF4-94E3-C65D534D6D82}" type="parTrans" cxnId="{1083C6E9-A95A-4E86-B940-5F6BAF0D71AD}">
      <dgm:prSet/>
      <dgm:spPr/>
      <dgm:t>
        <a:bodyPr/>
        <a:lstStyle/>
        <a:p>
          <a:endParaRPr lang="en-US"/>
        </a:p>
      </dgm:t>
    </dgm:pt>
    <dgm:pt modelId="{84E0596E-3403-40BE-80F7-711763DA6E47}" type="sibTrans" cxnId="{1083C6E9-A95A-4E86-B940-5F6BAF0D71AD}">
      <dgm:prSet/>
      <dgm:spPr/>
      <dgm:t>
        <a:bodyPr/>
        <a:lstStyle/>
        <a:p>
          <a:endParaRPr lang="en-US"/>
        </a:p>
      </dgm:t>
    </dgm:pt>
    <dgm:pt modelId="{5B5E1A3F-7942-4EA9-A59F-A97F310522E4}">
      <dgm:prSet/>
      <dgm:spPr/>
      <dgm:t>
        <a:bodyPr/>
        <a:lstStyle/>
        <a:p>
          <a:r>
            <a:rPr lang="en-US" dirty="0"/>
            <a:t>ChatGPT</a:t>
          </a:r>
        </a:p>
      </dgm:t>
    </dgm:pt>
    <dgm:pt modelId="{838F925E-8494-41C9-AC56-99849F413BDD}" type="parTrans" cxnId="{685969C0-05CD-4870-B722-ABE9DDA63C89}">
      <dgm:prSet/>
      <dgm:spPr/>
      <dgm:t>
        <a:bodyPr/>
        <a:lstStyle/>
        <a:p>
          <a:endParaRPr lang="en-US"/>
        </a:p>
      </dgm:t>
    </dgm:pt>
    <dgm:pt modelId="{BFC6A637-E953-4695-B3CD-443E4E7AA21B}" type="sibTrans" cxnId="{685969C0-05CD-4870-B722-ABE9DDA63C89}">
      <dgm:prSet/>
      <dgm:spPr/>
      <dgm:t>
        <a:bodyPr/>
        <a:lstStyle/>
        <a:p>
          <a:endParaRPr lang="en-US"/>
        </a:p>
      </dgm:t>
    </dgm:pt>
    <dgm:pt modelId="{BB9F1935-95B7-4B29-9A65-20A1ADDFC6D0}">
      <dgm:prSet/>
      <dgm:spPr/>
      <dgm:t>
        <a:bodyPr/>
        <a:lstStyle/>
        <a:p>
          <a:r>
            <a:rPr lang="en-US" dirty="0"/>
            <a:t>Uses NLP because when we ask a prompt, it can understand us and produce what we want them to</a:t>
          </a:r>
        </a:p>
      </dgm:t>
    </dgm:pt>
    <dgm:pt modelId="{FB1E0AEE-E6D5-4334-9C97-A450C7BECBF8}" type="parTrans" cxnId="{F44611A8-A84F-4662-A116-8A3491322C94}">
      <dgm:prSet/>
      <dgm:spPr/>
      <dgm:t>
        <a:bodyPr/>
        <a:lstStyle/>
        <a:p>
          <a:endParaRPr lang="en-US"/>
        </a:p>
      </dgm:t>
    </dgm:pt>
    <dgm:pt modelId="{0CA9B166-ADC9-4937-BBDC-E4EA972691A9}" type="sibTrans" cxnId="{F44611A8-A84F-4662-A116-8A3491322C94}">
      <dgm:prSet/>
      <dgm:spPr/>
      <dgm:t>
        <a:bodyPr/>
        <a:lstStyle/>
        <a:p>
          <a:endParaRPr lang="en-US"/>
        </a:p>
      </dgm:t>
    </dgm:pt>
    <dgm:pt modelId="{A6FC0349-7397-4F42-9191-409922C7BE6F}">
      <dgm:prSet/>
      <dgm:spPr/>
      <dgm:t>
        <a:bodyPr/>
        <a:lstStyle/>
        <a:p>
          <a:r>
            <a:rPr lang="en-US" dirty="0"/>
            <a:t>Machine learning</a:t>
          </a:r>
        </a:p>
      </dgm:t>
    </dgm:pt>
    <dgm:pt modelId="{78D76CDC-9951-43ED-8BA8-757C3166A6E2}" type="parTrans" cxnId="{0616E062-BAB3-42EF-B21F-E0384938F433}">
      <dgm:prSet/>
      <dgm:spPr/>
      <dgm:t>
        <a:bodyPr/>
        <a:lstStyle/>
        <a:p>
          <a:endParaRPr lang="en-US"/>
        </a:p>
      </dgm:t>
    </dgm:pt>
    <dgm:pt modelId="{46C56A2B-7B6E-4D9F-9CC9-349083258E13}" type="sibTrans" cxnId="{0616E062-BAB3-42EF-B21F-E0384938F433}">
      <dgm:prSet/>
      <dgm:spPr/>
      <dgm:t>
        <a:bodyPr/>
        <a:lstStyle/>
        <a:p>
          <a:endParaRPr lang="en-US"/>
        </a:p>
      </dgm:t>
    </dgm:pt>
    <dgm:pt modelId="{8FE0DD09-DFFA-4630-8F87-CA3BAA7F9739}">
      <dgm:prSet/>
      <dgm:spPr/>
      <dgm:t>
        <a:bodyPr/>
        <a:lstStyle/>
        <a:p>
          <a:r>
            <a:rPr lang="en-US" dirty="0"/>
            <a:t>Type of AI that allows computers to learn without explicitly being programmed on how to do something</a:t>
          </a:r>
        </a:p>
      </dgm:t>
    </dgm:pt>
    <dgm:pt modelId="{E046B41E-86EF-4773-BB3A-FC38330ECDD6}" type="parTrans" cxnId="{B7A68D29-25D1-4848-9227-7C161C2FA329}">
      <dgm:prSet/>
      <dgm:spPr/>
      <dgm:t>
        <a:bodyPr/>
        <a:lstStyle/>
        <a:p>
          <a:endParaRPr lang="en-US"/>
        </a:p>
      </dgm:t>
    </dgm:pt>
    <dgm:pt modelId="{029C62F9-D84C-4C1B-B3ED-721E3A3B5112}" type="sibTrans" cxnId="{B7A68D29-25D1-4848-9227-7C161C2FA329}">
      <dgm:prSet/>
      <dgm:spPr/>
      <dgm:t>
        <a:bodyPr/>
        <a:lstStyle/>
        <a:p>
          <a:endParaRPr lang="en-US"/>
        </a:p>
      </dgm:t>
    </dgm:pt>
    <dgm:pt modelId="{DEE60104-414A-454D-AF12-3C471D54F4D1}">
      <dgm:prSet/>
      <dgm:spPr/>
      <dgm:t>
        <a:bodyPr/>
        <a:lstStyle/>
        <a:p>
          <a:r>
            <a:rPr lang="en-US" dirty="0"/>
            <a:t>ChatGPT</a:t>
          </a:r>
        </a:p>
      </dgm:t>
    </dgm:pt>
    <dgm:pt modelId="{3C6D1DB1-B29F-4BAA-A531-856B4FCDA9F3}" type="parTrans" cxnId="{F869E30A-CA92-4CFF-8A64-6ADE4D0620E2}">
      <dgm:prSet/>
      <dgm:spPr/>
      <dgm:t>
        <a:bodyPr/>
        <a:lstStyle/>
        <a:p>
          <a:endParaRPr lang="en-US"/>
        </a:p>
      </dgm:t>
    </dgm:pt>
    <dgm:pt modelId="{9B2C1BA2-5767-4B1B-B03E-8A81DB783CB9}" type="sibTrans" cxnId="{F869E30A-CA92-4CFF-8A64-6ADE4D0620E2}">
      <dgm:prSet/>
      <dgm:spPr/>
      <dgm:t>
        <a:bodyPr/>
        <a:lstStyle/>
        <a:p>
          <a:endParaRPr lang="en-US"/>
        </a:p>
      </dgm:t>
    </dgm:pt>
    <dgm:pt modelId="{BC92A9C0-D0FD-4252-9960-604B6D0C1524}">
      <dgm:prSet/>
      <dgm:spPr/>
      <dgm:t>
        <a:bodyPr/>
        <a:lstStyle/>
        <a:p>
          <a:r>
            <a:rPr lang="en-US" dirty="0"/>
            <a:t>Uses ML to know information without us telling them</a:t>
          </a:r>
        </a:p>
      </dgm:t>
    </dgm:pt>
    <dgm:pt modelId="{4228AA66-3942-4EBC-AAB7-482753706FFA}" type="parTrans" cxnId="{417EF160-F71A-47E3-AEC7-3C9DE7DD7470}">
      <dgm:prSet/>
      <dgm:spPr/>
      <dgm:t>
        <a:bodyPr/>
        <a:lstStyle/>
        <a:p>
          <a:endParaRPr lang="en-US"/>
        </a:p>
      </dgm:t>
    </dgm:pt>
    <dgm:pt modelId="{060D8DF9-B0A8-4689-8D94-316D95441920}" type="sibTrans" cxnId="{417EF160-F71A-47E3-AEC7-3C9DE7DD7470}">
      <dgm:prSet/>
      <dgm:spPr/>
      <dgm:t>
        <a:bodyPr/>
        <a:lstStyle/>
        <a:p>
          <a:endParaRPr lang="en-US"/>
        </a:p>
      </dgm:t>
    </dgm:pt>
    <dgm:pt modelId="{DBC8A8D7-72C7-4553-8105-40BAB5A98CBF}">
      <dgm:prSet/>
      <dgm:spPr/>
      <dgm:t>
        <a:bodyPr/>
        <a:lstStyle/>
        <a:p>
          <a:r>
            <a:rPr lang="en-US" dirty="0"/>
            <a:t>“Break down this script into all its elements!”</a:t>
          </a:r>
        </a:p>
      </dgm:t>
    </dgm:pt>
    <dgm:pt modelId="{218C54A6-94D4-4F98-8F69-8FCDA581A94E}" type="parTrans" cxnId="{775FBFD9-C5D1-4DC0-965F-6663D1E3CB51}">
      <dgm:prSet/>
      <dgm:spPr/>
      <dgm:t>
        <a:bodyPr/>
        <a:lstStyle/>
        <a:p>
          <a:endParaRPr lang="en-US"/>
        </a:p>
      </dgm:t>
    </dgm:pt>
    <dgm:pt modelId="{8AFDB7F0-2DF9-45F0-B084-FC24326553DE}" type="sibTrans" cxnId="{775FBFD9-C5D1-4DC0-965F-6663D1E3CB51}">
      <dgm:prSet/>
      <dgm:spPr/>
      <dgm:t>
        <a:bodyPr/>
        <a:lstStyle/>
        <a:p>
          <a:endParaRPr lang="en-US"/>
        </a:p>
      </dgm:t>
    </dgm:pt>
    <dgm:pt modelId="{0E162A66-B271-4C14-8F65-624154C57F47}" type="pres">
      <dgm:prSet presAssocID="{F1562C7B-5ECE-4EC1-B177-39D993C12709}" presName="Name0" presStyleCnt="0">
        <dgm:presLayoutVars>
          <dgm:dir/>
          <dgm:animLvl val="lvl"/>
          <dgm:resizeHandles val="exact"/>
        </dgm:presLayoutVars>
      </dgm:prSet>
      <dgm:spPr/>
    </dgm:pt>
    <dgm:pt modelId="{02FD9C66-F57A-420D-85DE-B92656025092}" type="pres">
      <dgm:prSet presAssocID="{0D91E88B-6124-4303-A02D-DFACA7AA5B70}" presName="linNode" presStyleCnt="0"/>
      <dgm:spPr/>
    </dgm:pt>
    <dgm:pt modelId="{17E44476-ED4A-489E-AF66-9543129290BA}" type="pres">
      <dgm:prSet presAssocID="{0D91E88B-6124-4303-A02D-DFACA7AA5B70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380DE38C-05DA-4769-903C-0046CFDEA132}" type="pres">
      <dgm:prSet presAssocID="{0D91E88B-6124-4303-A02D-DFACA7AA5B70}" presName="descendantText" presStyleLbl="alignAccFollowNode1" presStyleIdx="0" presStyleCnt="2">
        <dgm:presLayoutVars>
          <dgm:bulletEnabled val="1"/>
        </dgm:presLayoutVars>
      </dgm:prSet>
      <dgm:spPr/>
    </dgm:pt>
    <dgm:pt modelId="{AAA204D0-91D0-42A3-B5AE-30471D9CAE81}" type="pres">
      <dgm:prSet presAssocID="{ED0CDA74-951E-483C-B5B7-311F1C09C516}" presName="sp" presStyleCnt="0"/>
      <dgm:spPr/>
    </dgm:pt>
    <dgm:pt modelId="{EE7BC869-7995-4B64-BA22-C4049BC03783}" type="pres">
      <dgm:prSet presAssocID="{A6FC0349-7397-4F42-9191-409922C7BE6F}" presName="linNode" presStyleCnt="0"/>
      <dgm:spPr/>
    </dgm:pt>
    <dgm:pt modelId="{2FCC6249-0323-4871-8199-AEE93A41A393}" type="pres">
      <dgm:prSet presAssocID="{A6FC0349-7397-4F42-9191-409922C7BE6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7A345D1-A97B-4F59-BD99-A632DD4C9922}" type="pres">
      <dgm:prSet presAssocID="{A6FC0349-7397-4F42-9191-409922C7BE6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230DD02-8C44-46AE-A648-01D868C11062}" type="presOf" srcId="{BB9F1935-95B7-4B29-9A65-20A1ADDFC6D0}" destId="{380DE38C-05DA-4769-903C-0046CFDEA132}" srcOrd="0" destOrd="2" presId="urn:microsoft.com/office/officeart/2005/8/layout/vList5"/>
    <dgm:cxn modelId="{F869E30A-CA92-4CFF-8A64-6ADE4D0620E2}" srcId="{A6FC0349-7397-4F42-9191-409922C7BE6F}" destId="{DEE60104-414A-454D-AF12-3C471D54F4D1}" srcOrd="1" destOrd="0" parTransId="{3C6D1DB1-B29F-4BAA-A531-856B4FCDA9F3}" sibTransId="{9B2C1BA2-5767-4B1B-B03E-8A81DB783CB9}"/>
    <dgm:cxn modelId="{69D1F90F-9324-4A37-A5B8-1A3E48076DF9}" type="presOf" srcId="{9C1FEC2C-8FA7-4021-8606-EDEC589F5047}" destId="{380DE38C-05DA-4769-903C-0046CFDEA132}" srcOrd="0" destOrd="0" presId="urn:microsoft.com/office/officeart/2005/8/layout/vList5"/>
    <dgm:cxn modelId="{A88FDF18-6D61-498D-BBA9-E815CDFCDEA1}" type="presOf" srcId="{DEE60104-414A-454D-AF12-3C471D54F4D1}" destId="{F7A345D1-A97B-4F59-BD99-A632DD4C9922}" srcOrd="0" destOrd="1" presId="urn:microsoft.com/office/officeart/2005/8/layout/vList5"/>
    <dgm:cxn modelId="{14BE9C28-2792-483F-BEB7-16C1EC1A1B6D}" type="presOf" srcId="{A6FC0349-7397-4F42-9191-409922C7BE6F}" destId="{2FCC6249-0323-4871-8199-AEE93A41A393}" srcOrd="0" destOrd="0" presId="urn:microsoft.com/office/officeart/2005/8/layout/vList5"/>
    <dgm:cxn modelId="{B7A68D29-25D1-4848-9227-7C161C2FA329}" srcId="{A6FC0349-7397-4F42-9191-409922C7BE6F}" destId="{8FE0DD09-DFFA-4630-8F87-CA3BAA7F9739}" srcOrd="0" destOrd="0" parTransId="{E046B41E-86EF-4773-BB3A-FC38330ECDD6}" sibTransId="{029C62F9-D84C-4C1B-B3ED-721E3A3B5112}"/>
    <dgm:cxn modelId="{417EF160-F71A-47E3-AEC7-3C9DE7DD7470}" srcId="{DEE60104-414A-454D-AF12-3C471D54F4D1}" destId="{BC92A9C0-D0FD-4252-9960-604B6D0C1524}" srcOrd="0" destOrd="0" parTransId="{4228AA66-3942-4EBC-AAB7-482753706FFA}" sibTransId="{060D8DF9-B0A8-4689-8D94-316D95441920}"/>
    <dgm:cxn modelId="{0616E062-BAB3-42EF-B21F-E0384938F433}" srcId="{F1562C7B-5ECE-4EC1-B177-39D993C12709}" destId="{A6FC0349-7397-4F42-9191-409922C7BE6F}" srcOrd="1" destOrd="0" parTransId="{78D76CDC-9951-43ED-8BA8-757C3166A6E2}" sibTransId="{46C56A2B-7B6E-4D9F-9CC9-349083258E13}"/>
    <dgm:cxn modelId="{2AE67566-E617-4A43-834B-8DB193E900B0}" type="presOf" srcId="{8FE0DD09-DFFA-4630-8F87-CA3BAA7F9739}" destId="{F7A345D1-A97B-4F59-BD99-A632DD4C9922}" srcOrd="0" destOrd="0" presId="urn:microsoft.com/office/officeart/2005/8/layout/vList5"/>
    <dgm:cxn modelId="{FB898152-F8CC-4A23-A452-EBE9993DA5BB}" srcId="{F1562C7B-5ECE-4EC1-B177-39D993C12709}" destId="{0D91E88B-6124-4303-A02D-DFACA7AA5B70}" srcOrd="0" destOrd="0" parTransId="{B789909C-A387-4699-A2A6-80A327ACD2D4}" sibTransId="{ED0CDA74-951E-483C-B5B7-311F1C09C516}"/>
    <dgm:cxn modelId="{E3A70E55-6523-4D28-8031-C6787FC3866E}" type="presOf" srcId="{0D91E88B-6124-4303-A02D-DFACA7AA5B70}" destId="{17E44476-ED4A-489E-AF66-9543129290BA}" srcOrd="0" destOrd="0" presId="urn:microsoft.com/office/officeart/2005/8/layout/vList5"/>
    <dgm:cxn modelId="{3E1D6C96-EC51-4E96-9C23-A55B32856441}" type="presOf" srcId="{5B5E1A3F-7942-4EA9-A59F-A97F310522E4}" destId="{380DE38C-05DA-4769-903C-0046CFDEA132}" srcOrd="0" destOrd="1" presId="urn:microsoft.com/office/officeart/2005/8/layout/vList5"/>
    <dgm:cxn modelId="{04EFBD9A-EE28-4A2C-A03D-2AAD7404233E}" type="presOf" srcId="{F1562C7B-5ECE-4EC1-B177-39D993C12709}" destId="{0E162A66-B271-4C14-8F65-624154C57F47}" srcOrd="0" destOrd="0" presId="urn:microsoft.com/office/officeart/2005/8/layout/vList5"/>
    <dgm:cxn modelId="{F44611A8-A84F-4662-A116-8A3491322C94}" srcId="{5B5E1A3F-7942-4EA9-A59F-A97F310522E4}" destId="{BB9F1935-95B7-4B29-9A65-20A1ADDFC6D0}" srcOrd="0" destOrd="0" parTransId="{FB1E0AEE-E6D5-4334-9C97-A450C7BECBF8}" sibTransId="{0CA9B166-ADC9-4937-BBDC-E4EA972691A9}"/>
    <dgm:cxn modelId="{685969C0-05CD-4870-B722-ABE9DDA63C89}" srcId="{0D91E88B-6124-4303-A02D-DFACA7AA5B70}" destId="{5B5E1A3F-7942-4EA9-A59F-A97F310522E4}" srcOrd="1" destOrd="0" parTransId="{838F925E-8494-41C9-AC56-99849F413BDD}" sibTransId="{BFC6A637-E953-4695-B3CD-443E4E7AA21B}"/>
    <dgm:cxn modelId="{63B3AAD1-264B-4798-A187-F4B766E81A3B}" type="presOf" srcId="{DBC8A8D7-72C7-4553-8105-40BAB5A98CBF}" destId="{F7A345D1-A97B-4F59-BD99-A632DD4C9922}" srcOrd="0" destOrd="3" presId="urn:microsoft.com/office/officeart/2005/8/layout/vList5"/>
    <dgm:cxn modelId="{1BA68DD3-38CD-4708-A504-F856B30C0DC0}" type="presOf" srcId="{BC92A9C0-D0FD-4252-9960-604B6D0C1524}" destId="{F7A345D1-A97B-4F59-BD99-A632DD4C9922}" srcOrd="0" destOrd="2" presId="urn:microsoft.com/office/officeart/2005/8/layout/vList5"/>
    <dgm:cxn modelId="{775FBFD9-C5D1-4DC0-965F-6663D1E3CB51}" srcId="{DEE60104-414A-454D-AF12-3C471D54F4D1}" destId="{DBC8A8D7-72C7-4553-8105-40BAB5A98CBF}" srcOrd="1" destOrd="0" parTransId="{218C54A6-94D4-4F98-8F69-8FCDA581A94E}" sibTransId="{8AFDB7F0-2DF9-45F0-B084-FC24326553DE}"/>
    <dgm:cxn modelId="{1083C6E9-A95A-4E86-B940-5F6BAF0D71AD}" srcId="{0D91E88B-6124-4303-A02D-DFACA7AA5B70}" destId="{9C1FEC2C-8FA7-4021-8606-EDEC589F5047}" srcOrd="0" destOrd="0" parTransId="{FF655F8B-8398-4FF4-94E3-C65D534D6D82}" sibTransId="{84E0596E-3403-40BE-80F7-711763DA6E47}"/>
    <dgm:cxn modelId="{49CA8544-F59B-4884-8ABB-01D259B6CBE9}" type="presParOf" srcId="{0E162A66-B271-4C14-8F65-624154C57F47}" destId="{02FD9C66-F57A-420D-85DE-B92656025092}" srcOrd="0" destOrd="0" presId="urn:microsoft.com/office/officeart/2005/8/layout/vList5"/>
    <dgm:cxn modelId="{C98D3E06-E4F8-47FF-980E-E8A26819547C}" type="presParOf" srcId="{02FD9C66-F57A-420D-85DE-B92656025092}" destId="{17E44476-ED4A-489E-AF66-9543129290BA}" srcOrd="0" destOrd="0" presId="urn:microsoft.com/office/officeart/2005/8/layout/vList5"/>
    <dgm:cxn modelId="{52165FEB-1C36-409B-A33E-43F817A17233}" type="presParOf" srcId="{02FD9C66-F57A-420D-85DE-B92656025092}" destId="{380DE38C-05DA-4769-903C-0046CFDEA132}" srcOrd="1" destOrd="0" presId="urn:microsoft.com/office/officeart/2005/8/layout/vList5"/>
    <dgm:cxn modelId="{0AF887F1-AFEF-460F-A304-38B1D67587C5}" type="presParOf" srcId="{0E162A66-B271-4C14-8F65-624154C57F47}" destId="{AAA204D0-91D0-42A3-B5AE-30471D9CAE81}" srcOrd="1" destOrd="0" presId="urn:microsoft.com/office/officeart/2005/8/layout/vList5"/>
    <dgm:cxn modelId="{D1E9C488-19AA-40CB-9011-00370D649E6B}" type="presParOf" srcId="{0E162A66-B271-4C14-8F65-624154C57F47}" destId="{EE7BC869-7995-4B64-BA22-C4049BC03783}" srcOrd="2" destOrd="0" presId="urn:microsoft.com/office/officeart/2005/8/layout/vList5"/>
    <dgm:cxn modelId="{AC4C3B17-9CB5-4FDC-A403-011C4CC8B649}" type="presParOf" srcId="{EE7BC869-7995-4B64-BA22-C4049BC03783}" destId="{2FCC6249-0323-4871-8199-AEE93A41A393}" srcOrd="0" destOrd="0" presId="urn:microsoft.com/office/officeart/2005/8/layout/vList5"/>
    <dgm:cxn modelId="{58360E27-72CE-4952-9D49-7BE52C2CF950}" type="presParOf" srcId="{EE7BC869-7995-4B64-BA22-C4049BC03783}" destId="{F7A345D1-A97B-4F59-BD99-A632DD4C992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D42A4F-1635-4B5D-A700-8E99050B0EEC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58047D-393E-4160-BE44-0FA7834931B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Uses analytics from past audience preferences to determine target audience</a:t>
          </a:r>
        </a:p>
      </dgm:t>
    </dgm:pt>
    <dgm:pt modelId="{52D67736-F0C7-4F6E-B918-DE2D91AF4FC6}" type="parTrans" cxnId="{7C052DE1-811D-4EA3-8323-ADBFA3D52CCB}">
      <dgm:prSet/>
      <dgm:spPr/>
      <dgm:t>
        <a:bodyPr/>
        <a:lstStyle/>
        <a:p>
          <a:endParaRPr lang="en-US"/>
        </a:p>
      </dgm:t>
    </dgm:pt>
    <dgm:pt modelId="{FA7BED9E-75FD-48CB-B049-4ED49A7B0F85}" type="sibTrans" cxnId="{7C052DE1-811D-4EA3-8323-ADBFA3D52CCB}">
      <dgm:prSet/>
      <dgm:spPr/>
      <dgm:t>
        <a:bodyPr/>
        <a:lstStyle/>
        <a:p>
          <a:endParaRPr lang="en-US"/>
        </a:p>
      </dgm:t>
    </dgm:pt>
    <dgm:pt modelId="{9EAC2D9F-6930-4C83-9B50-5A452E5AEE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Helps producers and writers determine story development and who they’re making this film for</a:t>
          </a:r>
        </a:p>
      </dgm:t>
    </dgm:pt>
    <dgm:pt modelId="{2E499F14-6693-4DC2-9715-764FA4E1AEB1}" type="parTrans" cxnId="{188F974C-85AD-4960-9BCC-C583A78F654B}">
      <dgm:prSet/>
      <dgm:spPr/>
      <dgm:t>
        <a:bodyPr/>
        <a:lstStyle/>
        <a:p>
          <a:endParaRPr lang="en-US"/>
        </a:p>
      </dgm:t>
    </dgm:pt>
    <dgm:pt modelId="{47729ED1-20E4-475D-8454-872AAB9531D4}" type="sibTrans" cxnId="{188F974C-85AD-4960-9BCC-C583A78F654B}">
      <dgm:prSet/>
      <dgm:spPr/>
      <dgm:t>
        <a:bodyPr/>
        <a:lstStyle/>
        <a:p>
          <a:endParaRPr lang="en-US"/>
        </a:p>
      </dgm:t>
    </dgm:pt>
    <dgm:pt modelId="{A6C4DEC6-FFDC-47BB-A78E-AC0D7EEAA3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Can also predict the success (or lack thereof) of the film you’re creating!</a:t>
          </a:r>
        </a:p>
      </dgm:t>
    </dgm:pt>
    <dgm:pt modelId="{8306B3D6-4409-468A-836E-B8AC70BD8D15}" type="parTrans" cxnId="{7A622798-B9B5-4079-B197-873E2A42E2A6}">
      <dgm:prSet/>
      <dgm:spPr/>
      <dgm:t>
        <a:bodyPr/>
        <a:lstStyle/>
        <a:p>
          <a:endParaRPr lang="en-US"/>
        </a:p>
      </dgm:t>
    </dgm:pt>
    <dgm:pt modelId="{20E16584-955C-452A-A37D-60919B5C0C00}" type="sibTrans" cxnId="{7A622798-B9B5-4079-B197-873E2A42E2A6}">
      <dgm:prSet/>
      <dgm:spPr/>
      <dgm:t>
        <a:bodyPr/>
        <a:lstStyle/>
        <a:p>
          <a:endParaRPr lang="en-US"/>
        </a:p>
      </dgm:t>
    </dgm:pt>
    <dgm:pt modelId="{59F10991-D5C3-4A63-90D5-33907241F3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Using other scripts, box office history, and consumer data</a:t>
          </a:r>
        </a:p>
      </dgm:t>
    </dgm:pt>
    <dgm:pt modelId="{DECAAF8E-69B7-4773-A9CC-CA196FC8FC89}" type="parTrans" cxnId="{598EB656-F3E6-41D6-B0D6-93126CC3C9D1}">
      <dgm:prSet/>
      <dgm:spPr/>
      <dgm:t>
        <a:bodyPr/>
        <a:lstStyle/>
        <a:p>
          <a:endParaRPr lang="en-US"/>
        </a:p>
      </dgm:t>
    </dgm:pt>
    <dgm:pt modelId="{9B68169D-F0A7-4CB6-A1DA-05E3594357DC}" type="sibTrans" cxnId="{598EB656-F3E6-41D6-B0D6-93126CC3C9D1}">
      <dgm:prSet/>
      <dgm:spPr/>
      <dgm:t>
        <a:bodyPr/>
        <a:lstStyle/>
        <a:p>
          <a:endParaRPr lang="en-US"/>
        </a:p>
      </dgm:t>
    </dgm:pt>
    <dgm:pt modelId="{868E2D73-0DE2-4192-BC8C-353D1BF911F9}" type="pres">
      <dgm:prSet presAssocID="{90D42A4F-1635-4B5D-A700-8E99050B0EEC}" presName="root" presStyleCnt="0">
        <dgm:presLayoutVars>
          <dgm:dir/>
          <dgm:resizeHandles val="exact"/>
        </dgm:presLayoutVars>
      </dgm:prSet>
      <dgm:spPr/>
    </dgm:pt>
    <dgm:pt modelId="{CF666042-ED6D-480B-B612-B918FFE288C1}" type="pres">
      <dgm:prSet presAssocID="{4558047D-393E-4160-BE44-0FA7834931BD}" presName="compNode" presStyleCnt="0"/>
      <dgm:spPr/>
    </dgm:pt>
    <dgm:pt modelId="{F93F33E2-A12A-49EE-93D7-8F6CEF66E6DC}" type="pres">
      <dgm:prSet presAssocID="{4558047D-393E-4160-BE44-0FA7834931B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27437ED7-87E9-4C18-B1DA-F51D6E0CA5C9}" type="pres">
      <dgm:prSet presAssocID="{4558047D-393E-4160-BE44-0FA7834931BD}" presName="iconSpace" presStyleCnt="0"/>
      <dgm:spPr/>
    </dgm:pt>
    <dgm:pt modelId="{BF1031FC-9E57-48F8-9AD3-93908A8F8FBF}" type="pres">
      <dgm:prSet presAssocID="{4558047D-393E-4160-BE44-0FA7834931BD}" presName="parTx" presStyleLbl="revTx" presStyleIdx="0" presStyleCnt="4">
        <dgm:presLayoutVars>
          <dgm:chMax val="0"/>
          <dgm:chPref val="0"/>
        </dgm:presLayoutVars>
      </dgm:prSet>
      <dgm:spPr/>
    </dgm:pt>
    <dgm:pt modelId="{97E74EBB-D034-4A54-B874-DF9852544F3A}" type="pres">
      <dgm:prSet presAssocID="{4558047D-393E-4160-BE44-0FA7834931BD}" presName="txSpace" presStyleCnt="0"/>
      <dgm:spPr/>
    </dgm:pt>
    <dgm:pt modelId="{4A6610DB-BB96-4A0A-836A-4A33DD2036E5}" type="pres">
      <dgm:prSet presAssocID="{4558047D-393E-4160-BE44-0FA7834931BD}" presName="desTx" presStyleLbl="revTx" presStyleIdx="1" presStyleCnt="4">
        <dgm:presLayoutVars/>
      </dgm:prSet>
      <dgm:spPr/>
    </dgm:pt>
    <dgm:pt modelId="{D7CA5530-8151-400C-8E24-1DB6FB8CABA5}" type="pres">
      <dgm:prSet presAssocID="{FA7BED9E-75FD-48CB-B049-4ED49A7B0F85}" presName="sibTrans" presStyleCnt="0"/>
      <dgm:spPr/>
    </dgm:pt>
    <dgm:pt modelId="{CB05709A-5612-4B5D-A94E-DDB755D4C3CA}" type="pres">
      <dgm:prSet presAssocID="{A6C4DEC6-FFDC-47BB-A78E-AC0D7EEAA315}" presName="compNode" presStyleCnt="0"/>
      <dgm:spPr/>
    </dgm:pt>
    <dgm:pt modelId="{01711268-2233-467D-B624-18BF6A398225}" type="pres">
      <dgm:prSet presAssocID="{A6C4DEC6-FFDC-47BB-A78E-AC0D7EEAA31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A02AFA0C-FAC2-42C2-8140-39A0CA7D29A8}" type="pres">
      <dgm:prSet presAssocID="{A6C4DEC6-FFDC-47BB-A78E-AC0D7EEAA315}" presName="iconSpace" presStyleCnt="0"/>
      <dgm:spPr/>
    </dgm:pt>
    <dgm:pt modelId="{223FEBD3-FF22-4F34-B8E0-827E9BC39A1C}" type="pres">
      <dgm:prSet presAssocID="{A6C4DEC6-FFDC-47BB-A78E-AC0D7EEAA315}" presName="parTx" presStyleLbl="revTx" presStyleIdx="2" presStyleCnt="4">
        <dgm:presLayoutVars>
          <dgm:chMax val="0"/>
          <dgm:chPref val="0"/>
        </dgm:presLayoutVars>
      </dgm:prSet>
      <dgm:spPr/>
    </dgm:pt>
    <dgm:pt modelId="{1B1E267C-EB16-4EC7-86F1-FC6815CD9B70}" type="pres">
      <dgm:prSet presAssocID="{A6C4DEC6-FFDC-47BB-A78E-AC0D7EEAA315}" presName="txSpace" presStyleCnt="0"/>
      <dgm:spPr/>
    </dgm:pt>
    <dgm:pt modelId="{6EDE1404-93FF-41EB-BEF3-3D29629DEFD1}" type="pres">
      <dgm:prSet presAssocID="{A6C4DEC6-FFDC-47BB-A78E-AC0D7EEAA315}" presName="desTx" presStyleLbl="revTx" presStyleIdx="3" presStyleCnt="4">
        <dgm:presLayoutVars/>
      </dgm:prSet>
      <dgm:spPr/>
    </dgm:pt>
  </dgm:ptLst>
  <dgm:cxnLst>
    <dgm:cxn modelId="{49326611-6472-42D9-897B-397F2A52AF0E}" type="presOf" srcId="{90D42A4F-1635-4B5D-A700-8E99050B0EEC}" destId="{868E2D73-0DE2-4192-BC8C-353D1BF911F9}" srcOrd="0" destOrd="0" presId="urn:microsoft.com/office/officeart/2018/5/layout/CenteredIconLabelDescriptionList"/>
    <dgm:cxn modelId="{30295A42-ACC1-4D13-B6FB-899BA63BAA24}" type="presOf" srcId="{A6C4DEC6-FFDC-47BB-A78E-AC0D7EEAA315}" destId="{223FEBD3-FF22-4F34-B8E0-827E9BC39A1C}" srcOrd="0" destOrd="0" presId="urn:microsoft.com/office/officeart/2018/5/layout/CenteredIconLabelDescriptionList"/>
    <dgm:cxn modelId="{188F974C-85AD-4960-9BCC-C583A78F654B}" srcId="{4558047D-393E-4160-BE44-0FA7834931BD}" destId="{9EAC2D9F-6930-4C83-9B50-5A452E5AEE51}" srcOrd="0" destOrd="0" parTransId="{2E499F14-6693-4DC2-9715-764FA4E1AEB1}" sibTransId="{47729ED1-20E4-475D-8454-872AAB9531D4}"/>
    <dgm:cxn modelId="{598EB656-F3E6-41D6-B0D6-93126CC3C9D1}" srcId="{A6C4DEC6-FFDC-47BB-A78E-AC0D7EEAA315}" destId="{59F10991-D5C3-4A63-90D5-33907241F314}" srcOrd="0" destOrd="0" parTransId="{DECAAF8E-69B7-4773-A9CC-CA196FC8FC89}" sibTransId="{9B68169D-F0A7-4CB6-A1DA-05E3594357DC}"/>
    <dgm:cxn modelId="{7A622798-B9B5-4079-B197-873E2A42E2A6}" srcId="{90D42A4F-1635-4B5D-A700-8E99050B0EEC}" destId="{A6C4DEC6-FFDC-47BB-A78E-AC0D7EEAA315}" srcOrd="1" destOrd="0" parTransId="{8306B3D6-4409-468A-836E-B8AC70BD8D15}" sibTransId="{20E16584-955C-452A-A37D-60919B5C0C00}"/>
    <dgm:cxn modelId="{B4004B9D-CB09-4B0D-8547-EDD44FB18677}" type="presOf" srcId="{9EAC2D9F-6930-4C83-9B50-5A452E5AEE51}" destId="{4A6610DB-BB96-4A0A-836A-4A33DD2036E5}" srcOrd="0" destOrd="0" presId="urn:microsoft.com/office/officeart/2018/5/layout/CenteredIconLabelDescriptionList"/>
    <dgm:cxn modelId="{4125AAA4-4795-4ED5-9193-C93D3C6B1C01}" type="presOf" srcId="{4558047D-393E-4160-BE44-0FA7834931BD}" destId="{BF1031FC-9E57-48F8-9AD3-93908A8F8FBF}" srcOrd="0" destOrd="0" presId="urn:microsoft.com/office/officeart/2018/5/layout/CenteredIconLabelDescriptionList"/>
    <dgm:cxn modelId="{628CE1B4-AC1B-4750-9666-518E309A130E}" type="presOf" srcId="{59F10991-D5C3-4A63-90D5-33907241F314}" destId="{6EDE1404-93FF-41EB-BEF3-3D29629DEFD1}" srcOrd="0" destOrd="0" presId="urn:microsoft.com/office/officeart/2018/5/layout/CenteredIconLabelDescriptionList"/>
    <dgm:cxn modelId="{7C052DE1-811D-4EA3-8323-ADBFA3D52CCB}" srcId="{90D42A4F-1635-4B5D-A700-8E99050B0EEC}" destId="{4558047D-393E-4160-BE44-0FA7834931BD}" srcOrd="0" destOrd="0" parTransId="{52D67736-F0C7-4F6E-B918-DE2D91AF4FC6}" sibTransId="{FA7BED9E-75FD-48CB-B049-4ED49A7B0F85}"/>
    <dgm:cxn modelId="{D5F27729-DB99-47E4-B522-09F1D568F9DF}" type="presParOf" srcId="{868E2D73-0DE2-4192-BC8C-353D1BF911F9}" destId="{CF666042-ED6D-480B-B612-B918FFE288C1}" srcOrd="0" destOrd="0" presId="urn:microsoft.com/office/officeart/2018/5/layout/CenteredIconLabelDescriptionList"/>
    <dgm:cxn modelId="{723218D2-354B-4E8F-BE96-AEC69977793B}" type="presParOf" srcId="{CF666042-ED6D-480B-B612-B918FFE288C1}" destId="{F93F33E2-A12A-49EE-93D7-8F6CEF66E6DC}" srcOrd="0" destOrd="0" presId="urn:microsoft.com/office/officeart/2018/5/layout/CenteredIconLabelDescriptionList"/>
    <dgm:cxn modelId="{196D1967-5055-4559-95E9-DADC7FE92F14}" type="presParOf" srcId="{CF666042-ED6D-480B-B612-B918FFE288C1}" destId="{27437ED7-87E9-4C18-B1DA-F51D6E0CA5C9}" srcOrd="1" destOrd="0" presId="urn:microsoft.com/office/officeart/2018/5/layout/CenteredIconLabelDescriptionList"/>
    <dgm:cxn modelId="{731D3B9D-BE5C-4798-89C9-F635C351A12D}" type="presParOf" srcId="{CF666042-ED6D-480B-B612-B918FFE288C1}" destId="{BF1031FC-9E57-48F8-9AD3-93908A8F8FBF}" srcOrd="2" destOrd="0" presId="urn:microsoft.com/office/officeart/2018/5/layout/CenteredIconLabelDescriptionList"/>
    <dgm:cxn modelId="{8AE65E30-DEBC-490A-81A0-0B826F5CB549}" type="presParOf" srcId="{CF666042-ED6D-480B-B612-B918FFE288C1}" destId="{97E74EBB-D034-4A54-B874-DF9852544F3A}" srcOrd="3" destOrd="0" presId="urn:microsoft.com/office/officeart/2018/5/layout/CenteredIconLabelDescriptionList"/>
    <dgm:cxn modelId="{908AE229-AC68-47E3-ADEE-555575235C4A}" type="presParOf" srcId="{CF666042-ED6D-480B-B612-B918FFE288C1}" destId="{4A6610DB-BB96-4A0A-836A-4A33DD2036E5}" srcOrd="4" destOrd="0" presId="urn:microsoft.com/office/officeart/2018/5/layout/CenteredIconLabelDescriptionList"/>
    <dgm:cxn modelId="{B594DB67-E400-4017-8D97-655534A5FCD5}" type="presParOf" srcId="{868E2D73-0DE2-4192-BC8C-353D1BF911F9}" destId="{D7CA5530-8151-400C-8E24-1DB6FB8CABA5}" srcOrd="1" destOrd="0" presId="urn:microsoft.com/office/officeart/2018/5/layout/CenteredIconLabelDescriptionList"/>
    <dgm:cxn modelId="{D8D3E9C2-0B59-49B6-999C-ADC19E95168E}" type="presParOf" srcId="{868E2D73-0DE2-4192-BC8C-353D1BF911F9}" destId="{CB05709A-5612-4B5D-A94E-DDB755D4C3CA}" srcOrd="2" destOrd="0" presId="urn:microsoft.com/office/officeart/2018/5/layout/CenteredIconLabelDescriptionList"/>
    <dgm:cxn modelId="{26F3028C-3A2C-4629-9D78-48BED77BEBC6}" type="presParOf" srcId="{CB05709A-5612-4B5D-A94E-DDB755D4C3CA}" destId="{01711268-2233-467D-B624-18BF6A398225}" srcOrd="0" destOrd="0" presId="urn:microsoft.com/office/officeart/2018/5/layout/CenteredIconLabelDescriptionList"/>
    <dgm:cxn modelId="{A4072DC3-BF46-494F-8C9A-3D0EB64CA2A3}" type="presParOf" srcId="{CB05709A-5612-4B5D-A94E-DDB755D4C3CA}" destId="{A02AFA0C-FAC2-42C2-8140-39A0CA7D29A8}" srcOrd="1" destOrd="0" presId="urn:microsoft.com/office/officeart/2018/5/layout/CenteredIconLabelDescriptionList"/>
    <dgm:cxn modelId="{4D6F2216-99F5-41A8-A9F8-7DE9587A88ED}" type="presParOf" srcId="{CB05709A-5612-4B5D-A94E-DDB755D4C3CA}" destId="{223FEBD3-FF22-4F34-B8E0-827E9BC39A1C}" srcOrd="2" destOrd="0" presId="urn:microsoft.com/office/officeart/2018/5/layout/CenteredIconLabelDescriptionList"/>
    <dgm:cxn modelId="{C7A430B7-0C3E-40F7-AB63-C7514FCE12FE}" type="presParOf" srcId="{CB05709A-5612-4B5D-A94E-DDB755D4C3CA}" destId="{1B1E267C-EB16-4EC7-86F1-FC6815CD9B70}" srcOrd="3" destOrd="0" presId="urn:microsoft.com/office/officeart/2018/5/layout/CenteredIconLabelDescriptionList"/>
    <dgm:cxn modelId="{51F4FEDB-B57F-47F9-A1F1-8E83BD47AFF7}" type="presParOf" srcId="{CB05709A-5612-4B5D-A94E-DDB755D4C3CA}" destId="{6EDE1404-93FF-41EB-BEF3-3D29629DEFD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0490EA7-F63B-486C-9F92-BFE06DCBD14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F993726-D5EA-43E0-B0E4-A9108403FBA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Ethical Considerations</a:t>
          </a:r>
        </a:p>
      </dgm:t>
    </dgm:pt>
    <dgm:pt modelId="{1370B61F-866C-41E5-876C-18FB548F1055}" type="parTrans" cxnId="{9831B97B-F761-4DBB-942A-A815EA51F829}">
      <dgm:prSet/>
      <dgm:spPr/>
      <dgm:t>
        <a:bodyPr/>
        <a:lstStyle/>
        <a:p>
          <a:endParaRPr lang="en-US"/>
        </a:p>
      </dgm:t>
    </dgm:pt>
    <dgm:pt modelId="{45BD4859-E468-4E58-A860-E000730632DB}" type="sibTrans" cxnId="{9831B97B-F761-4DBB-942A-A815EA51F829}">
      <dgm:prSet/>
      <dgm:spPr/>
      <dgm:t>
        <a:bodyPr/>
        <a:lstStyle/>
        <a:p>
          <a:endParaRPr lang="en-US"/>
        </a:p>
      </dgm:t>
    </dgm:pt>
    <dgm:pt modelId="{366601A3-284C-4DF9-8E84-93088DEA6C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Such as job displacement for many who can and will be replaced by AI</a:t>
          </a:r>
        </a:p>
      </dgm:t>
    </dgm:pt>
    <dgm:pt modelId="{135C282D-B290-489B-B51B-21D57227CA60}" type="parTrans" cxnId="{739004E7-BA85-4745-867E-F42AD922C6EB}">
      <dgm:prSet/>
      <dgm:spPr/>
      <dgm:t>
        <a:bodyPr/>
        <a:lstStyle/>
        <a:p>
          <a:endParaRPr lang="en-US"/>
        </a:p>
      </dgm:t>
    </dgm:pt>
    <dgm:pt modelId="{66197E50-E00D-43BA-B845-EB429EFE2CDB}" type="sibTrans" cxnId="{739004E7-BA85-4745-867E-F42AD922C6EB}">
      <dgm:prSet/>
      <dgm:spPr/>
      <dgm:t>
        <a:bodyPr/>
        <a:lstStyle/>
        <a:p>
          <a:endParaRPr lang="en-US"/>
        </a:p>
      </dgm:t>
    </dgm:pt>
    <dgm:pt modelId="{B424A71D-2AC0-4D1F-86AD-1DFE82E9070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Transparency</a:t>
          </a:r>
        </a:p>
      </dgm:t>
    </dgm:pt>
    <dgm:pt modelId="{419B9227-62FA-4394-AD5C-AAD0CCDF75F7}" type="parTrans" cxnId="{ACA8E71E-EE10-48D7-8CE1-629ED848231F}">
      <dgm:prSet/>
      <dgm:spPr/>
      <dgm:t>
        <a:bodyPr/>
        <a:lstStyle/>
        <a:p>
          <a:endParaRPr lang="en-US"/>
        </a:p>
      </dgm:t>
    </dgm:pt>
    <dgm:pt modelId="{D23A0EBD-4939-477C-AFAB-42BD3FC21EB8}" type="sibTrans" cxnId="{ACA8E71E-EE10-48D7-8CE1-629ED848231F}">
      <dgm:prSet/>
      <dgm:spPr/>
      <dgm:t>
        <a:bodyPr/>
        <a:lstStyle/>
        <a:p>
          <a:endParaRPr lang="en-US"/>
        </a:p>
      </dgm:t>
    </dgm:pt>
    <dgm:pt modelId="{3943F224-AF1F-4BDC-A771-CC5BD64F1C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Something AI generates could end up being false or biased</a:t>
          </a:r>
        </a:p>
      </dgm:t>
    </dgm:pt>
    <dgm:pt modelId="{7DBEBD1E-B2BA-471F-A7A3-836190BCAC40}" type="parTrans" cxnId="{80415C6F-3A4C-484B-A79B-D6BF80A36F8C}">
      <dgm:prSet/>
      <dgm:spPr/>
      <dgm:t>
        <a:bodyPr/>
        <a:lstStyle/>
        <a:p>
          <a:endParaRPr lang="en-US"/>
        </a:p>
      </dgm:t>
    </dgm:pt>
    <dgm:pt modelId="{18E50C07-617E-45C4-BCEC-8090A828A84E}" type="sibTrans" cxnId="{80415C6F-3A4C-484B-A79B-D6BF80A36F8C}">
      <dgm:prSet/>
      <dgm:spPr/>
      <dgm:t>
        <a:bodyPr/>
        <a:lstStyle/>
        <a:p>
          <a:endParaRPr lang="en-US"/>
        </a:p>
      </dgm:t>
    </dgm:pt>
    <dgm:pt modelId="{F277A98D-D986-41F4-8EAD-016F79EEE1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(Data quality or malfunction)</a:t>
          </a:r>
        </a:p>
      </dgm:t>
    </dgm:pt>
    <dgm:pt modelId="{8BA7EC9C-E2F8-48B4-8D56-EB398172D93A}" type="parTrans" cxnId="{706DF512-49B7-4531-AA86-A0ACB4CEB89E}">
      <dgm:prSet/>
      <dgm:spPr/>
      <dgm:t>
        <a:bodyPr/>
        <a:lstStyle/>
        <a:p>
          <a:endParaRPr lang="en-US"/>
        </a:p>
      </dgm:t>
    </dgm:pt>
    <dgm:pt modelId="{CDC8794E-C873-457F-B584-B4EA012C6F5B}" type="sibTrans" cxnId="{706DF512-49B7-4531-AA86-A0ACB4CEB89E}">
      <dgm:prSet/>
      <dgm:spPr/>
      <dgm:t>
        <a:bodyPr/>
        <a:lstStyle/>
        <a:p>
          <a:endParaRPr lang="en-US"/>
        </a:p>
      </dgm:t>
    </dgm:pt>
    <dgm:pt modelId="{8D926021-DCDC-4554-BAEA-CDB0B62135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Can be problem for producers</a:t>
          </a:r>
        </a:p>
      </dgm:t>
    </dgm:pt>
    <dgm:pt modelId="{27542B5D-255C-479E-B2B7-85B4CCDCE029}" type="parTrans" cxnId="{1AD48A78-C48A-49C6-B3B6-48FED52461E5}">
      <dgm:prSet/>
      <dgm:spPr/>
      <dgm:t>
        <a:bodyPr/>
        <a:lstStyle/>
        <a:p>
          <a:endParaRPr lang="en-US"/>
        </a:p>
      </dgm:t>
    </dgm:pt>
    <dgm:pt modelId="{3A595F46-AD51-4D71-BB2E-598F6570063E}" type="sibTrans" cxnId="{1AD48A78-C48A-49C6-B3B6-48FED52461E5}">
      <dgm:prSet/>
      <dgm:spPr/>
      <dgm:t>
        <a:bodyPr/>
        <a:lstStyle/>
        <a:p>
          <a:endParaRPr lang="en-US"/>
        </a:p>
      </dgm:t>
    </dgm:pt>
    <dgm:pt modelId="{40458E09-8AFA-441C-AC10-A1076EB3F4D6}" type="pres">
      <dgm:prSet presAssocID="{A0490EA7-F63B-486C-9F92-BFE06DCBD14A}" presName="root" presStyleCnt="0">
        <dgm:presLayoutVars>
          <dgm:dir/>
          <dgm:resizeHandles val="exact"/>
        </dgm:presLayoutVars>
      </dgm:prSet>
      <dgm:spPr/>
    </dgm:pt>
    <dgm:pt modelId="{A9EBA8BD-5AE9-446B-A839-2FCFDEC18921}" type="pres">
      <dgm:prSet presAssocID="{1F993726-D5EA-43E0-B0E4-A9108403FBA9}" presName="compNode" presStyleCnt="0"/>
      <dgm:spPr/>
    </dgm:pt>
    <dgm:pt modelId="{A61B4D33-3547-4995-8894-FC7BC60EE89E}" type="pres">
      <dgm:prSet presAssocID="{1F993726-D5EA-43E0-B0E4-A9108403FBA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68172B8-E708-49C3-AE20-3027C80F2DBF}" type="pres">
      <dgm:prSet presAssocID="{1F993726-D5EA-43E0-B0E4-A9108403FBA9}" presName="iconSpace" presStyleCnt="0"/>
      <dgm:spPr/>
    </dgm:pt>
    <dgm:pt modelId="{C49E2F5C-0607-43B4-B971-DE1891B4CB0A}" type="pres">
      <dgm:prSet presAssocID="{1F993726-D5EA-43E0-B0E4-A9108403FBA9}" presName="parTx" presStyleLbl="revTx" presStyleIdx="0" presStyleCnt="4">
        <dgm:presLayoutVars>
          <dgm:chMax val="0"/>
          <dgm:chPref val="0"/>
        </dgm:presLayoutVars>
      </dgm:prSet>
      <dgm:spPr/>
    </dgm:pt>
    <dgm:pt modelId="{0A2D7D67-6E71-4B3B-BB13-6FC0F6CFA807}" type="pres">
      <dgm:prSet presAssocID="{1F993726-D5EA-43E0-B0E4-A9108403FBA9}" presName="txSpace" presStyleCnt="0"/>
      <dgm:spPr/>
    </dgm:pt>
    <dgm:pt modelId="{2DAEE199-DFD0-44E0-8AEF-60A7999898B0}" type="pres">
      <dgm:prSet presAssocID="{1F993726-D5EA-43E0-B0E4-A9108403FBA9}" presName="desTx" presStyleLbl="revTx" presStyleIdx="1" presStyleCnt="4">
        <dgm:presLayoutVars/>
      </dgm:prSet>
      <dgm:spPr/>
    </dgm:pt>
    <dgm:pt modelId="{74DFBC6F-118C-4A54-8053-0CF125D5E7C0}" type="pres">
      <dgm:prSet presAssocID="{45BD4859-E468-4E58-A860-E000730632DB}" presName="sibTrans" presStyleCnt="0"/>
      <dgm:spPr/>
    </dgm:pt>
    <dgm:pt modelId="{BF4B6787-9EEC-47FA-BAE6-3F780B10279A}" type="pres">
      <dgm:prSet presAssocID="{B424A71D-2AC0-4D1F-86AD-1DFE82E9070E}" presName="compNode" presStyleCnt="0"/>
      <dgm:spPr/>
    </dgm:pt>
    <dgm:pt modelId="{B4107CA6-FAEC-4181-B970-97EFFE686153}" type="pres">
      <dgm:prSet presAssocID="{B424A71D-2AC0-4D1F-86AD-1DFE82E9070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6AE1D37-1B63-4412-ACBE-D1317E68C88D}" type="pres">
      <dgm:prSet presAssocID="{B424A71D-2AC0-4D1F-86AD-1DFE82E9070E}" presName="iconSpace" presStyleCnt="0"/>
      <dgm:spPr/>
    </dgm:pt>
    <dgm:pt modelId="{5CAAB5FE-FAA9-45D9-87A1-5DB58E38BEDA}" type="pres">
      <dgm:prSet presAssocID="{B424A71D-2AC0-4D1F-86AD-1DFE82E9070E}" presName="parTx" presStyleLbl="revTx" presStyleIdx="2" presStyleCnt="4">
        <dgm:presLayoutVars>
          <dgm:chMax val="0"/>
          <dgm:chPref val="0"/>
        </dgm:presLayoutVars>
      </dgm:prSet>
      <dgm:spPr/>
    </dgm:pt>
    <dgm:pt modelId="{D080F858-EB5A-4C09-A9B2-29A30F0362F6}" type="pres">
      <dgm:prSet presAssocID="{B424A71D-2AC0-4D1F-86AD-1DFE82E9070E}" presName="txSpace" presStyleCnt="0"/>
      <dgm:spPr/>
    </dgm:pt>
    <dgm:pt modelId="{E528EAAD-763E-41CA-9069-CBCD49E0E689}" type="pres">
      <dgm:prSet presAssocID="{B424A71D-2AC0-4D1F-86AD-1DFE82E9070E}" presName="desTx" presStyleLbl="revTx" presStyleIdx="3" presStyleCnt="4">
        <dgm:presLayoutVars/>
      </dgm:prSet>
      <dgm:spPr/>
    </dgm:pt>
  </dgm:ptLst>
  <dgm:cxnLst>
    <dgm:cxn modelId="{706DF512-49B7-4531-AA86-A0ACB4CEB89E}" srcId="{B424A71D-2AC0-4D1F-86AD-1DFE82E9070E}" destId="{F277A98D-D986-41F4-8EAD-016F79EEE129}" srcOrd="1" destOrd="0" parTransId="{8BA7EC9C-E2F8-48B4-8D56-EB398172D93A}" sibTransId="{CDC8794E-C873-457F-B584-B4EA012C6F5B}"/>
    <dgm:cxn modelId="{ACA8E71E-EE10-48D7-8CE1-629ED848231F}" srcId="{A0490EA7-F63B-486C-9F92-BFE06DCBD14A}" destId="{B424A71D-2AC0-4D1F-86AD-1DFE82E9070E}" srcOrd="1" destOrd="0" parTransId="{419B9227-62FA-4394-AD5C-AAD0CCDF75F7}" sibTransId="{D23A0EBD-4939-477C-AFAB-42BD3FC21EB8}"/>
    <dgm:cxn modelId="{560DC92F-E8B6-4D23-9F5C-42FCA5CA307B}" type="presOf" srcId="{8D926021-DCDC-4554-BAEA-CDB0B6213569}" destId="{E528EAAD-763E-41CA-9069-CBCD49E0E689}" srcOrd="0" destOrd="2" presId="urn:microsoft.com/office/officeart/2018/5/layout/CenteredIconLabelDescriptionList"/>
    <dgm:cxn modelId="{6BEE0C67-A798-41EA-974C-7FC2D6119D12}" type="presOf" srcId="{B424A71D-2AC0-4D1F-86AD-1DFE82E9070E}" destId="{5CAAB5FE-FAA9-45D9-87A1-5DB58E38BEDA}" srcOrd="0" destOrd="0" presId="urn:microsoft.com/office/officeart/2018/5/layout/CenteredIconLabelDescriptionList"/>
    <dgm:cxn modelId="{80415C6F-3A4C-484B-A79B-D6BF80A36F8C}" srcId="{B424A71D-2AC0-4D1F-86AD-1DFE82E9070E}" destId="{3943F224-AF1F-4BDC-A771-CC5BD64F1CBF}" srcOrd="0" destOrd="0" parTransId="{7DBEBD1E-B2BA-471F-A7A3-836190BCAC40}" sibTransId="{18E50C07-617E-45C4-BCEC-8090A828A84E}"/>
    <dgm:cxn modelId="{803F5372-0608-4ECA-896A-F6C0BC82892C}" type="presOf" srcId="{1F993726-D5EA-43E0-B0E4-A9108403FBA9}" destId="{C49E2F5C-0607-43B4-B971-DE1891B4CB0A}" srcOrd="0" destOrd="0" presId="urn:microsoft.com/office/officeart/2018/5/layout/CenteredIconLabelDescriptionList"/>
    <dgm:cxn modelId="{1AD48A78-C48A-49C6-B3B6-48FED52461E5}" srcId="{B424A71D-2AC0-4D1F-86AD-1DFE82E9070E}" destId="{8D926021-DCDC-4554-BAEA-CDB0B6213569}" srcOrd="2" destOrd="0" parTransId="{27542B5D-255C-479E-B2B7-85B4CCDCE029}" sibTransId="{3A595F46-AD51-4D71-BB2E-598F6570063E}"/>
    <dgm:cxn modelId="{9831B97B-F761-4DBB-942A-A815EA51F829}" srcId="{A0490EA7-F63B-486C-9F92-BFE06DCBD14A}" destId="{1F993726-D5EA-43E0-B0E4-A9108403FBA9}" srcOrd="0" destOrd="0" parTransId="{1370B61F-866C-41E5-876C-18FB548F1055}" sibTransId="{45BD4859-E468-4E58-A860-E000730632DB}"/>
    <dgm:cxn modelId="{E81AA9C0-4870-41F9-8F58-E30F8E019357}" type="presOf" srcId="{F277A98D-D986-41F4-8EAD-016F79EEE129}" destId="{E528EAAD-763E-41CA-9069-CBCD49E0E689}" srcOrd="0" destOrd="1" presId="urn:microsoft.com/office/officeart/2018/5/layout/CenteredIconLabelDescriptionList"/>
    <dgm:cxn modelId="{55D706CB-0F69-4A91-8D16-9F5D384A90C5}" type="presOf" srcId="{366601A3-284C-4DF9-8E84-93088DEA6C74}" destId="{2DAEE199-DFD0-44E0-8AEF-60A7999898B0}" srcOrd="0" destOrd="0" presId="urn:microsoft.com/office/officeart/2018/5/layout/CenteredIconLabelDescriptionList"/>
    <dgm:cxn modelId="{7E9D18E2-641F-4DC9-98AD-434C0E36599F}" type="presOf" srcId="{3943F224-AF1F-4BDC-A771-CC5BD64F1CBF}" destId="{E528EAAD-763E-41CA-9069-CBCD49E0E689}" srcOrd="0" destOrd="0" presId="urn:microsoft.com/office/officeart/2018/5/layout/CenteredIconLabelDescriptionList"/>
    <dgm:cxn modelId="{48C028E6-091E-4736-8585-EF7F248FE75E}" type="presOf" srcId="{A0490EA7-F63B-486C-9F92-BFE06DCBD14A}" destId="{40458E09-8AFA-441C-AC10-A1076EB3F4D6}" srcOrd="0" destOrd="0" presId="urn:microsoft.com/office/officeart/2018/5/layout/CenteredIconLabelDescriptionList"/>
    <dgm:cxn modelId="{739004E7-BA85-4745-867E-F42AD922C6EB}" srcId="{1F993726-D5EA-43E0-B0E4-A9108403FBA9}" destId="{366601A3-284C-4DF9-8E84-93088DEA6C74}" srcOrd="0" destOrd="0" parTransId="{135C282D-B290-489B-B51B-21D57227CA60}" sibTransId="{66197E50-E00D-43BA-B845-EB429EFE2CDB}"/>
    <dgm:cxn modelId="{D0A99198-FFE0-43BB-B19B-0ED3619BD893}" type="presParOf" srcId="{40458E09-8AFA-441C-AC10-A1076EB3F4D6}" destId="{A9EBA8BD-5AE9-446B-A839-2FCFDEC18921}" srcOrd="0" destOrd="0" presId="urn:microsoft.com/office/officeart/2018/5/layout/CenteredIconLabelDescriptionList"/>
    <dgm:cxn modelId="{7650FC5C-30CB-4901-9661-3EB0BB46EDBD}" type="presParOf" srcId="{A9EBA8BD-5AE9-446B-A839-2FCFDEC18921}" destId="{A61B4D33-3547-4995-8894-FC7BC60EE89E}" srcOrd="0" destOrd="0" presId="urn:microsoft.com/office/officeart/2018/5/layout/CenteredIconLabelDescriptionList"/>
    <dgm:cxn modelId="{CF28D114-4175-4B86-8BCA-D1979B17F07D}" type="presParOf" srcId="{A9EBA8BD-5AE9-446B-A839-2FCFDEC18921}" destId="{D68172B8-E708-49C3-AE20-3027C80F2DBF}" srcOrd="1" destOrd="0" presId="urn:microsoft.com/office/officeart/2018/5/layout/CenteredIconLabelDescriptionList"/>
    <dgm:cxn modelId="{B829C569-1753-46A1-B666-39080A1B3668}" type="presParOf" srcId="{A9EBA8BD-5AE9-446B-A839-2FCFDEC18921}" destId="{C49E2F5C-0607-43B4-B971-DE1891B4CB0A}" srcOrd="2" destOrd="0" presId="urn:microsoft.com/office/officeart/2018/5/layout/CenteredIconLabelDescriptionList"/>
    <dgm:cxn modelId="{E072842F-5778-4A10-9AD4-3E0F73F847BE}" type="presParOf" srcId="{A9EBA8BD-5AE9-446B-A839-2FCFDEC18921}" destId="{0A2D7D67-6E71-4B3B-BB13-6FC0F6CFA807}" srcOrd="3" destOrd="0" presId="urn:microsoft.com/office/officeart/2018/5/layout/CenteredIconLabelDescriptionList"/>
    <dgm:cxn modelId="{A1359320-D81D-4F50-BA07-A2481EB6CA8E}" type="presParOf" srcId="{A9EBA8BD-5AE9-446B-A839-2FCFDEC18921}" destId="{2DAEE199-DFD0-44E0-8AEF-60A7999898B0}" srcOrd="4" destOrd="0" presId="urn:microsoft.com/office/officeart/2018/5/layout/CenteredIconLabelDescriptionList"/>
    <dgm:cxn modelId="{51B01330-232E-4C94-BA2A-7A0A03D085DD}" type="presParOf" srcId="{40458E09-8AFA-441C-AC10-A1076EB3F4D6}" destId="{74DFBC6F-118C-4A54-8053-0CF125D5E7C0}" srcOrd="1" destOrd="0" presId="urn:microsoft.com/office/officeart/2018/5/layout/CenteredIconLabelDescriptionList"/>
    <dgm:cxn modelId="{21DBFF06-0479-41A2-A601-8F919FFCF9C9}" type="presParOf" srcId="{40458E09-8AFA-441C-AC10-A1076EB3F4D6}" destId="{BF4B6787-9EEC-47FA-BAE6-3F780B10279A}" srcOrd="2" destOrd="0" presId="urn:microsoft.com/office/officeart/2018/5/layout/CenteredIconLabelDescriptionList"/>
    <dgm:cxn modelId="{A283CC89-9170-46F7-B5CD-39FCBFDAE6B5}" type="presParOf" srcId="{BF4B6787-9EEC-47FA-BAE6-3F780B10279A}" destId="{B4107CA6-FAEC-4181-B970-97EFFE686153}" srcOrd="0" destOrd="0" presId="urn:microsoft.com/office/officeart/2018/5/layout/CenteredIconLabelDescriptionList"/>
    <dgm:cxn modelId="{88B600AD-6125-415C-84E3-CCB5657358F4}" type="presParOf" srcId="{BF4B6787-9EEC-47FA-BAE6-3F780B10279A}" destId="{46AE1D37-1B63-4412-ACBE-D1317E68C88D}" srcOrd="1" destOrd="0" presId="urn:microsoft.com/office/officeart/2018/5/layout/CenteredIconLabelDescriptionList"/>
    <dgm:cxn modelId="{58D0E493-B230-4BBB-89CE-90B22282391D}" type="presParOf" srcId="{BF4B6787-9EEC-47FA-BAE6-3F780B10279A}" destId="{5CAAB5FE-FAA9-45D9-87A1-5DB58E38BEDA}" srcOrd="2" destOrd="0" presId="urn:microsoft.com/office/officeart/2018/5/layout/CenteredIconLabelDescriptionList"/>
    <dgm:cxn modelId="{9C92A8C0-4DAB-4DFF-9E04-64590E3F0FC8}" type="presParOf" srcId="{BF4B6787-9EEC-47FA-BAE6-3F780B10279A}" destId="{D080F858-EB5A-4C09-A9B2-29A30F0362F6}" srcOrd="3" destOrd="0" presId="urn:microsoft.com/office/officeart/2018/5/layout/CenteredIconLabelDescriptionList"/>
    <dgm:cxn modelId="{56CE6682-8523-4CE0-8256-5BB9D15138B2}" type="presParOf" srcId="{BF4B6787-9EEC-47FA-BAE6-3F780B10279A}" destId="{E528EAAD-763E-41CA-9069-CBCD49E0E68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FF40BB-740A-457C-A26F-15974D7BF1E5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0CAD11-90C6-407D-A2D2-64DBB136ED9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Limitations</a:t>
          </a:r>
        </a:p>
      </dgm:t>
    </dgm:pt>
    <dgm:pt modelId="{B23DA1B7-8F28-4942-BEDF-43AAECAE5617}" type="parTrans" cxnId="{BFF4C68B-DA9A-473D-96F0-092A2CDE62D5}">
      <dgm:prSet/>
      <dgm:spPr/>
      <dgm:t>
        <a:bodyPr/>
        <a:lstStyle/>
        <a:p>
          <a:endParaRPr lang="en-US"/>
        </a:p>
      </dgm:t>
    </dgm:pt>
    <dgm:pt modelId="{6E75F8E1-1A38-4B12-B5B7-50C532E60952}" type="sibTrans" cxnId="{BFF4C68B-DA9A-473D-96F0-092A2CDE62D5}">
      <dgm:prSet/>
      <dgm:spPr/>
      <dgm:t>
        <a:bodyPr/>
        <a:lstStyle/>
        <a:p>
          <a:endParaRPr lang="en-US"/>
        </a:p>
      </dgm:t>
    </dgm:pt>
    <dgm:pt modelId="{DD32BB69-2B4D-4F97-B618-6734BADBDA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Potential issues with data security </a:t>
          </a:r>
        </a:p>
        <a:p>
          <a:pPr>
            <a:lnSpc>
              <a:spcPct val="100000"/>
            </a:lnSpc>
          </a:pPr>
          <a:r>
            <a:rPr lang="en-US" dirty="0"/>
            <a:t>(Encryption is needed to avoid intellectual property theft or data breaches)</a:t>
          </a:r>
        </a:p>
      </dgm:t>
    </dgm:pt>
    <dgm:pt modelId="{544F0AEA-BBCE-4E24-98E0-508E10BF6649}" type="parTrans" cxnId="{1DA57ECC-8F7F-42B5-8E72-BE8DBC2927CB}">
      <dgm:prSet/>
      <dgm:spPr/>
      <dgm:t>
        <a:bodyPr/>
        <a:lstStyle/>
        <a:p>
          <a:endParaRPr lang="en-US"/>
        </a:p>
      </dgm:t>
    </dgm:pt>
    <dgm:pt modelId="{07DEA971-7793-49DD-9899-993D1F060161}" type="sibTrans" cxnId="{1DA57ECC-8F7F-42B5-8E72-BE8DBC2927CB}">
      <dgm:prSet/>
      <dgm:spPr/>
      <dgm:t>
        <a:bodyPr/>
        <a:lstStyle/>
        <a:p>
          <a:endParaRPr lang="en-US"/>
        </a:p>
      </dgm:t>
    </dgm:pt>
    <dgm:pt modelId="{5EDF079D-1D82-4E06-BAFE-7BE835C7BA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Potential impact on set production jobs</a:t>
          </a:r>
        </a:p>
      </dgm:t>
    </dgm:pt>
    <dgm:pt modelId="{956122B5-4C8D-43A2-BC0D-010526FF46EA}" type="parTrans" cxnId="{E4CC2507-9F0C-4704-A7A5-E63B704C6382}">
      <dgm:prSet/>
      <dgm:spPr/>
      <dgm:t>
        <a:bodyPr/>
        <a:lstStyle/>
        <a:p>
          <a:endParaRPr lang="en-US"/>
        </a:p>
      </dgm:t>
    </dgm:pt>
    <dgm:pt modelId="{65A0977D-2293-4707-B023-AC624F0B46A3}" type="sibTrans" cxnId="{E4CC2507-9F0C-4704-A7A5-E63B704C6382}">
      <dgm:prSet/>
      <dgm:spPr/>
      <dgm:t>
        <a:bodyPr/>
        <a:lstStyle/>
        <a:p>
          <a:endParaRPr lang="en-US"/>
        </a:p>
      </dgm:t>
    </dgm:pt>
    <dgm:pt modelId="{8582EE9F-02D4-4453-B34E-D4C4C83ABC11}" type="pres">
      <dgm:prSet presAssocID="{71FF40BB-740A-457C-A26F-15974D7BF1E5}" presName="root" presStyleCnt="0">
        <dgm:presLayoutVars>
          <dgm:dir/>
          <dgm:resizeHandles val="exact"/>
        </dgm:presLayoutVars>
      </dgm:prSet>
      <dgm:spPr/>
    </dgm:pt>
    <dgm:pt modelId="{2287F02F-0027-47E2-BCE0-73CEBF46A43A}" type="pres">
      <dgm:prSet presAssocID="{260CAD11-90C6-407D-A2D2-64DBB136ED9B}" presName="compNode" presStyleCnt="0"/>
      <dgm:spPr/>
    </dgm:pt>
    <dgm:pt modelId="{3DFB4DB3-897F-49CD-9E1E-92D65BFB6CA1}" type="pres">
      <dgm:prSet presAssocID="{260CAD11-90C6-407D-A2D2-64DBB136ED9B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4576E37-A5A5-4AF0-AE8F-6D04EC560386}" type="pres">
      <dgm:prSet presAssocID="{260CAD11-90C6-407D-A2D2-64DBB136ED9B}" presName="iconSpace" presStyleCnt="0"/>
      <dgm:spPr/>
    </dgm:pt>
    <dgm:pt modelId="{9C22D5E8-EF52-4BD5-AFC2-2FD895816E1A}" type="pres">
      <dgm:prSet presAssocID="{260CAD11-90C6-407D-A2D2-64DBB136ED9B}" presName="parTx" presStyleLbl="revTx" presStyleIdx="0" presStyleCnt="2">
        <dgm:presLayoutVars>
          <dgm:chMax val="0"/>
          <dgm:chPref val="0"/>
        </dgm:presLayoutVars>
      </dgm:prSet>
      <dgm:spPr/>
    </dgm:pt>
    <dgm:pt modelId="{35FC03F1-415F-4169-A77F-AE1508D72A27}" type="pres">
      <dgm:prSet presAssocID="{260CAD11-90C6-407D-A2D2-64DBB136ED9B}" presName="txSpace" presStyleCnt="0"/>
      <dgm:spPr/>
    </dgm:pt>
    <dgm:pt modelId="{6F2A2288-EAFE-4909-9AF8-6612F61437B4}" type="pres">
      <dgm:prSet presAssocID="{260CAD11-90C6-407D-A2D2-64DBB136ED9B}" presName="desTx" presStyleLbl="revTx" presStyleIdx="1" presStyleCnt="2">
        <dgm:presLayoutVars/>
      </dgm:prSet>
      <dgm:spPr/>
    </dgm:pt>
  </dgm:ptLst>
  <dgm:cxnLst>
    <dgm:cxn modelId="{E4CC2507-9F0C-4704-A7A5-E63B704C6382}" srcId="{260CAD11-90C6-407D-A2D2-64DBB136ED9B}" destId="{5EDF079D-1D82-4E06-BAFE-7BE835C7BA3E}" srcOrd="1" destOrd="0" parTransId="{956122B5-4C8D-43A2-BC0D-010526FF46EA}" sibTransId="{65A0977D-2293-4707-B023-AC624F0B46A3}"/>
    <dgm:cxn modelId="{D6132E4E-107C-49BA-B8AE-F30B763BCEF8}" type="presOf" srcId="{71FF40BB-740A-457C-A26F-15974D7BF1E5}" destId="{8582EE9F-02D4-4453-B34E-D4C4C83ABC11}" srcOrd="0" destOrd="0" presId="urn:microsoft.com/office/officeart/2018/5/layout/CenteredIconLabelDescriptionList"/>
    <dgm:cxn modelId="{65FD6185-EE4A-4E0B-BAA2-11B73F897850}" type="presOf" srcId="{5EDF079D-1D82-4E06-BAFE-7BE835C7BA3E}" destId="{6F2A2288-EAFE-4909-9AF8-6612F61437B4}" srcOrd="0" destOrd="1" presId="urn:microsoft.com/office/officeart/2018/5/layout/CenteredIconLabelDescriptionList"/>
    <dgm:cxn modelId="{BFF4C68B-DA9A-473D-96F0-092A2CDE62D5}" srcId="{71FF40BB-740A-457C-A26F-15974D7BF1E5}" destId="{260CAD11-90C6-407D-A2D2-64DBB136ED9B}" srcOrd="0" destOrd="0" parTransId="{B23DA1B7-8F28-4942-BEDF-43AAECAE5617}" sibTransId="{6E75F8E1-1A38-4B12-B5B7-50C532E60952}"/>
    <dgm:cxn modelId="{CA393DA3-CB23-411C-92ED-2051DBFCDDEC}" type="presOf" srcId="{DD32BB69-2B4D-4F97-B618-6734BADBDAFB}" destId="{6F2A2288-EAFE-4909-9AF8-6612F61437B4}" srcOrd="0" destOrd="0" presId="urn:microsoft.com/office/officeart/2018/5/layout/CenteredIconLabelDescriptionList"/>
    <dgm:cxn modelId="{3E5C32B7-FF63-40DF-8B5E-19A57FBC33B4}" type="presOf" srcId="{260CAD11-90C6-407D-A2D2-64DBB136ED9B}" destId="{9C22D5E8-EF52-4BD5-AFC2-2FD895816E1A}" srcOrd="0" destOrd="0" presId="urn:microsoft.com/office/officeart/2018/5/layout/CenteredIconLabelDescriptionList"/>
    <dgm:cxn modelId="{1DA57ECC-8F7F-42B5-8E72-BE8DBC2927CB}" srcId="{260CAD11-90C6-407D-A2D2-64DBB136ED9B}" destId="{DD32BB69-2B4D-4F97-B618-6734BADBDAFB}" srcOrd="0" destOrd="0" parTransId="{544F0AEA-BBCE-4E24-98E0-508E10BF6649}" sibTransId="{07DEA971-7793-49DD-9899-993D1F060161}"/>
    <dgm:cxn modelId="{40AC1C5F-D5A1-44BC-8098-44EE501722BE}" type="presParOf" srcId="{8582EE9F-02D4-4453-B34E-D4C4C83ABC11}" destId="{2287F02F-0027-47E2-BCE0-73CEBF46A43A}" srcOrd="0" destOrd="0" presId="urn:microsoft.com/office/officeart/2018/5/layout/CenteredIconLabelDescriptionList"/>
    <dgm:cxn modelId="{F2A4EFF5-14E2-4C5C-8FC2-D477703C1FFB}" type="presParOf" srcId="{2287F02F-0027-47E2-BCE0-73CEBF46A43A}" destId="{3DFB4DB3-897F-49CD-9E1E-92D65BFB6CA1}" srcOrd="0" destOrd="0" presId="urn:microsoft.com/office/officeart/2018/5/layout/CenteredIconLabelDescriptionList"/>
    <dgm:cxn modelId="{6141AA88-1DB8-4C84-89FF-295C169AAD02}" type="presParOf" srcId="{2287F02F-0027-47E2-BCE0-73CEBF46A43A}" destId="{64576E37-A5A5-4AF0-AE8F-6D04EC560386}" srcOrd="1" destOrd="0" presId="urn:microsoft.com/office/officeart/2018/5/layout/CenteredIconLabelDescriptionList"/>
    <dgm:cxn modelId="{26654D1E-4D9E-41A9-8F55-9520AAF6FF81}" type="presParOf" srcId="{2287F02F-0027-47E2-BCE0-73CEBF46A43A}" destId="{9C22D5E8-EF52-4BD5-AFC2-2FD895816E1A}" srcOrd="2" destOrd="0" presId="urn:microsoft.com/office/officeart/2018/5/layout/CenteredIconLabelDescriptionList"/>
    <dgm:cxn modelId="{99CD464C-0C1D-41A6-BDBB-9B63E04E33C4}" type="presParOf" srcId="{2287F02F-0027-47E2-BCE0-73CEBF46A43A}" destId="{35FC03F1-415F-4169-A77F-AE1508D72A27}" srcOrd="3" destOrd="0" presId="urn:microsoft.com/office/officeart/2018/5/layout/CenteredIconLabelDescriptionList"/>
    <dgm:cxn modelId="{3B79B86C-94B3-4C59-B3A8-E5C219084E42}" type="presParOf" srcId="{2287F02F-0027-47E2-BCE0-73CEBF46A43A}" destId="{6F2A2288-EAFE-4909-9AF8-6612F61437B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BE08261-0361-44E8-9193-F893235C8BA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E5F1370-6288-462B-8D96-00FDE1713EB0}">
      <dgm:prSet/>
      <dgm:spPr/>
      <dgm:t>
        <a:bodyPr/>
        <a:lstStyle/>
        <a:p>
          <a:r>
            <a:rPr lang="en-US" dirty="0"/>
            <a:t>Can help remove unwanted objects across moving footage</a:t>
          </a:r>
        </a:p>
      </dgm:t>
    </dgm:pt>
    <dgm:pt modelId="{C0FF8601-93D1-46B9-BA18-EEC84560CE6B}" type="parTrans" cxnId="{14FA4087-05E0-495B-A50B-AD1A8801D835}">
      <dgm:prSet/>
      <dgm:spPr/>
      <dgm:t>
        <a:bodyPr/>
        <a:lstStyle/>
        <a:p>
          <a:endParaRPr lang="en-US"/>
        </a:p>
      </dgm:t>
    </dgm:pt>
    <dgm:pt modelId="{3B09951F-9D9A-4819-AEC1-E73A12423171}" type="sibTrans" cxnId="{14FA4087-05E0-495B-A50B-AD1A8801D835}">
      <dgm:prSet/>
      <dgm:spPr/>
      <dgm:t>
        <a:bodyPr/>
        <a:lstStyle/>
        <a:p>
          <a:endParaRPr lang="en-US"/>
        </a:p>
      </dgm:t>
    </dgm:pt>
    <dgm:pt modelId="{12A9440B-CA4D-4A50-B950-49788AB22F29}">
      <dgm:prSet/>
      <dgm:spPr/>
      <dgm:t>
        <a:bodyPr/>
        <a:lstStyle/>
        <a:p>
          <a:r>
            <a:rPr lang="en-US" dirty="0"/>
            <a:t>DeepEditor can handle motion blur and difficult lightings</a:t>
          </a:r>
        </a:p>
      </dgm:t>
    </dgm:pt>
    <dgm:pt modelId="{71DDFA7C-49CC-4276-9A46-3B4890668BE4}" type="parTrans" cxnId="{7DD751FB-3A27-48BB-B647-A61C6DDB7960}">
      <dgm:prSet/>
      <dgm:spPr/>
      <dgm:t>
        <a:bodyPr/>
        <a:lstStyle/>
        <a:p>
          <a:endParaRPr lang="en-US"/>
        </a:p>
      </dgm:t>
    </dgm:pt>
    <dgm:pt modelId="{4753E885-6944-45C0-9C9E-553CC62B7CC0}" type="sibTrans" cxnId="{7DD751FB-3A27-48BB-B647-A61C6DDB7960}">
      <dgm:prSet/>
      <dgm:spPr/>
      <dgm:t>
        <a:bodyPr/>
        <a:lstStyle/>
        <a:p>
          <a:endParaRPr lang="en-US"/>
        </a:p>
      </dgm:t>
    </dgm:pt>
    <dgm:pt modelId="{6254092B-23EA-4031-99FE-88642604AF23}" type="pres">
      <dgm:prSet presAssocID="{4BE08261-0361-44E8-9193-F893235C8BAD}" presName="root" presStyleCnt="0">
        <dgm:presLayoutVars>
          <dgm:dir/>
          <dgm:resizeHandles val="exact"/>
        </dgm:presLayoutVars>
      </dgm:prSet>
      <dgm:spPr/>
    </dgm:pt>
    <dgm:pt modelId="{05ABD4CE-EF54-463F-95F3-E6D76A21AAFC}" type="pres">
      <dgm:prSet presAssocID="{EE5F1370-6288-462B-8D96-00FDE1713EB0}" presName="compNode" presStyleCnt="0"/>
      <dgm:spPr/>
    </dgm:pt>
    <dgm:pt modelId="{61C2B489-CBCB-4DF1-BF98-DE5E67B86EA7}" type="pres">
      <dgm:prSet presAssocID="{EE5F1370-6288-462B-8D96-00FDE1713EB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158B8DB2-8CD7-4CDD-A15B-75AF08DD184C}" type="pres">
      <dgm:prSet presAssocID="{EE5F1370-6288-462B-8D96-00FDE1713EB0}" presName="spaceRect" presStyleCnt="0"/>
      <dgm:spPr/>
    </dgm:pt>
    <dgm:pt modelId="{3ACA2866-A0DA-46DC-B55C-C23DF2CB27A2}" type="pres">
      <dgm:prSet presAssocID="{EE5F1370-6288-462B-8D96-00FDE1713EB0}" presName="textRect" presStyleLbl="revTx" presStyleIdx="0" presStyleCnt="2">
        <dgm:presLayoutVars>
          <dgm:chMax val="1"/>
          <dgm:chPref val="1"/>
        </dgm:presLayoutVars>
      </dgm:prSet>
      <dgm:spPr/>
    </dgm:pt>
    <dgm:pt modelId="{7C88401A-6461-43D6-94D3-7849CD839BCA}" type="pres">
      <dgm:prSet presAssocID="{3B09951F-9D9A-4819-AEC1-E73A12423171}" presName="sibTrans" presStyleCnt="0"/>
      <dgm:spPr/>
    </dgm:pt>
    <dgm:pt modelId="{AD7D3E8C-7477-473A-B8B7-32C6AB775137}" type="pres">
      <dgm:prSet presAssocID="{12A9440B-CA4D-4A50-B950-49788AB22F29}" presName="compNode" presStyleCnt="0"/>
      <dgm:spPr/>
    </dgm:pt>
    <dgm:pt modelId="{91C1ADC6-0F4C-4A27-9D5C-FD067E93AFE2}" type="pres">
      <dgm:prSet presAssocID="{12A9440B-CA4D-4A50-B950-49788AB22F2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18EFDE3-9E92-4BE0-B501-FE27674D0A3A}" type="pres">
      <dgm:prSet presAssocID="{12A9440B-CA4D-4A50-B950-49788AB22F29}" presName="spaceRect" presStyleCnt="0"/>
      <dgm:spPr/>
    </dgm:pt>
    <dgm:pt modelId="{19454E6A-B83E-43ED-8C2C-B51E2208B38D}" type="pres">
      <dgm:prSet presAssocID="{12A9440B-CA4D-4A50-B950-49788AB22F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04B0115-3486-4984-ADA0-F07AFDD06557}" type="presOf" srcId="{12A9440B-CA4D-4A50-B950-49788AB22F29}" destId="{19454E6A-B83E-43ED-8C2C-B51E2208B38D}" srcOrd="0" destOrd="0" presId="urn:microsoft.com/office/officeart/2018/2/layout/IconLabelList"/>
    <dgm:cxn modelId="{7C6D7E24-FDF2-4C78-B2C2-AA6E898D0F60}" type="presOf" srcId="{EE5F1370-6288-462B-8D96-00FDE1713EB0}" destId="{3ACA2866-A0DA-46DC-B55C-C23DF2CB27A2}" srcOrd="0" destOrd="0" presId="urn:microsoft.com/office/officeart/2018/2/layout/IconLabelList"/>
    <dgm:cxn modelId="{3CE48B7D-5FD3-48EB-B13A-D183A9AFDC58}" type="presOf" srcId="{4BE08261-0361-44E8-9193-F893235C8BAD}" destId="{6254092B-23EA-4031-99FE-88642604AF23}" srcOrd="0" destOrd="0" presId="urn:microsoft.com/office/officeart/2018/2/layout/IconLabelList"/>
    <dgm:cxn modelId="{14FA4087-05E0-495B-A50B-AD1A8801D835}" srcId="{4BE08261-0361-44E8-9193-F893235C8BAD}" destId="{EE5F1370-6288-462B-8D96-00FDE1713EB0}" srcOrd="0" destOrd="0" parTransId="{C0FF8601-93D1-46B9-BA18-EEC84560CE6B}" sibTransId="{3B09951F-9D9A-4819-AEC1-E73A12423171}"/>
    <dgm:cxn modelId="{7DD751FB-3A27-48BB-B647-A61C6DDB7960}" srcId="{4BE08261-0361-44E8-9193-F893235C8BAD}" destId="{12A9440B-CA4D-4A50-B950-49788AB22F29}" srcOrd="1" destOrd="0" parTransId="{71DDFA7C-49CC-4276-9A46-3B4890668BE4}" sibTransId="{4753E885-6944-45C0-9C9E-553CC62B7CC0}"/>
    <dgm:cxn modelId="{904AF331-F456-443C-BCF1-D494B1341FA4}" type="presParOf" srcId="{6254092B-23EA-4031-99FE-88642604AF23}" destId="{05ABD4CE-EF54-463F-95F3-E6D76A21AAFC}" srcOrd="0" destOrd="0" presId="urn:microsoft.com/office/officeart/2018/2/layout/IconLabelList"/>
    <dgm:cxn modelId="{09135B4C-E1A4-4A65-BE73-BFA085193A2A}" type="presParOf" srcId="{05ABD4CE-EF54-463F-95F3-E6D76A21AAFC}" destId="{61C2B489-CBCB-4DF1-BF98-DE5E67B86EA7}" srcOrd="0" destOrd="0" presId="urn:microsoft.com/office/officeart/2018/2/layout/IconLabelList"/>
    <dgm:cxn modelId="{D480C923-A436-495F-8F3C-4AE079EC45F8}" type="presParOf" srcId="{05ABD4CE-EF54-463F-95F3-E6D76A21AAFC}" destId="{158B8DB2-8CD7-4CDD-A15B-75AF08DD184C}" srcOrd="1" destOrd="0" presId="urn:microsoft.com/office/officeart/2018/2/layout/IconLabelList"/>
    <dgm:cxn modelId="{9BF42E60-02F6-438F-AC8B-184612700AE5}" type="presParOf" srcId="{05ABD4CE-EF54-463F-95F3-E6D76A21AAFC}" destId="{3ACA2866-A0DA-46DC-B55C-C23DF2CB27A2}" srcOrd="2" destOrd="0" presId="urn:microsoft.com/office/officeart/2018/2/layout/IconLabelList"/>
    <dgm:cxn modelId="{048052BD-7708-4F60-8F29-E3B530DA9AA1}" type="presParOf" srcId="{6254092B-23EA-4031-99FE-88642604AF23}" destId="{7C88401A-6461-43D6-94D3-7849CD839BCA}" srcOrd="1" destOrd="0" presId="urn:microsoft.com/office/officeart/2018/2/layout/IconLabelList"/>
    <dgm:cxn modelId="{F3CD57DE-7FB2-4E55-8239-03C60DE0C105}" type="presParOf" srcId="{6254092B-23EA-4031-99FE-88642604AF23}" destId="{AD7D3E8C-7477-473A-B8B7-32C6AB775137}" srcOrd="2" destOrd="0" presId="urn:microsoft.com/office/officeart/2018/2/layout/IconLabelList"/>
    <dgm:cxn modelId="{B1C4E4B4-44DA-4B6D-8477-F9069DE9A8CB}" type="presParOf" srcId="{AD7D3E8C-7477-473A-B8B7-32C6AB775137}" destId="{91C1ADC6-0F4C-4A27-9D5C-FD067E93AFE2}" srcOrd="0" destOrd="0" presId="urn:microsoft.com/office/officeart/2018/2/layout/IconLabelList"/>
    <dgm:cxn modelId="{168633A0-8E0B-46C6-9A9E-3AD3307638C0}" type="presParOf" srcId="{AD7D3E8C-7477-473A-B8B7-32C6AB775137}" destId="{E18EFDE3-9E92-4BE0-B501-FE27674D0A3A}" srcOrd="1" destOrd="0" presId="urn:microsoft.com/office/officeart/2018/2/layout/IconLabelList"/>
    <dgm:cxn modelId="{562B3A35-BFE5-412A-8BEE-15D2283B82C2}" type="presParOf" srcId="{AD7D3E8C-7477-473A-B8B7-32C6AB775137}" destId="{19454E6A-B83E-43ED-8C2C-B51E2208B38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DACE3-5B99-413D-856C-D714993B17EF}">
      <dsp:nvSpPr>
        <dsp:cNvPr id="0" name=""/>
        <dsp:cNvSpPr/>
      </dsp:nvSpPr>
      <dsp:spPr>
        <a:xfrm>
          <a:off x="1067006" y="880512"/>
          <a:ext cx="1481751" cy="1481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A9874A-5615-4637-8B25-25CA6BF9CD1D}">
      <dsp:nvSpPr>
        <dsp:cNvPr id="0" name=""/>
        <dsp:cNvSpPr/>
      </dsp:nvSpPr>
      <dsp:spPr>
        <a:xfrm>
          <a:off x="161491" y="2750825"/>
          <a:ext cx="3292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Pre-Production</a:t>
          </a:r>
        </a:p>
      </dsp:txBody>
      <dsp:txXfrm>
        <a:off x="161491" y="2750825"/>
        <a:ext cx="3292781" cy="720000"/>
      </dsp:txXfrm>
    </dsp:sp>
    <dsp:sp modelId="{5A66183B-6E83-4F4B-95C5-CEEB738F8787}">
      <dsp:nvSpPr>
        <dsp:cNvPr id="0" name=""/>
        <dsp:cNvSpPr/>
      </dsp:nvSpPr>
      <dsp:spPr>
        <a:xfrm>
          <a:off x="4936024" y="880512"/>
          <a:ext cx="1481751" cy="1481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A70E24-67B5-41C6-A54A-BD086BB1B0DC}">
      <dsp:nvSpPr>
        <dsp:cNvPr id="0" name=""/>
        <dsp:cNvSpPr/>
      </dsp:nvSpPr>
      <dsp:spPr>
        <a:xfrm>
          <a:off x="4030509" y="2750825"/>
          <a:ext cx="3292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On Set Production</a:t>
          </a:r>
        </a:p>
      </dsp:txBody>
      <dsp:txXfrm>
        <a:off x="4030509" y="2750825"/>
        <a:ext cx="3292781" cy="720000"/>
      </dsp:txXfrm>
    </dsp:sp>
    <dsp:sp modelId="{269C76B8-6711-479F-B348-574202C90213}">
      <dsp:nvSpPr>
        <dsp:cNvPr id="0" name=""/>
        <dsp:cNvSpPr/>
      </dsp:nvSpPr>
      <dsp:spPr>
        <a:xfrm>
          <a:off x="8805042" y="880512"/>
          <a:ext cx="1481751" cy="1481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15FBD5B-23E1-4EFC-8F41-076CCFFC627C}">
      <dsp:nvSpPr>
        <dsp:cNvPr id="0" name=""/>
        <dsp:cNvSpPr/>
      </dsp:nvSpPr>
      <dsp:spPr>
        <a:xfrm>
          <a:off x="7899527" y="2750825"/>
          <a:ext cx="3292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Post-Production</a:t>
          </a:r>
        </a:p>
      </dsp:txBody>
      <dsp:txXfrm>
        <a:off x="7899527" y="2750825"/>
        <a:ext cx="3292781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DE38C-05DA-4769-903C-0046CFDEA132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Helps AI understand, interpret, and produce human language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ChatGPT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Uses NLP because when we ask a prompt, it can understand us and produce what we want them to</a:t>
          </a:r>
        </a:p>
      </dsp:txBody>
      <dsp:txXfrm rot="-5400000">
        <a:off x="3785616" y="295201"/>
        <a:ext cx="6647092" cy="1532257"/>
      </dsp:txXfrm>
    </dsp:sp>
    <dsp:sp modelId="{17E44476-ED4A-489E-AF66-9543129290BA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Natural language processing</a:t>
          </a:r>
        </a:p>
      </dsp:txBody>
      <dsp:txXfrm>
        <a:off x="103614" y="103667"/>
        <a:ext cx="3578388" cy="1915324"/>
      </dsp:txXfrm>
    </dsp:sp>
    <dsp:sp modelId="{F7A345D1-A97B-4F59-BD99-A632DD4C9922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Type of AI that allows computers to learn without explicitly being programmed on how to do something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ChatGPT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Uses ML to know information without us telling them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“Break down this script into all its elements!”</a:t>
          </a:r>
        </a:p>
      </dsp:txBody>
      <dsp:txXfrm rot="-5400000">
        <a:off x="3785616" y="2523880"/>
        <a:ext cx="6647092" cy="1532257"/>
      </dsp:txXfrm>
    </dsp:sp>
    <dsp:sp modelId="{2FCC6249-0323-4871-8199-AEE93A41A393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78105" rIns="15621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Machine learning</a:t>
          </a:r>
        </a:p>
      </dsp:txBody>
      <dsp:txXfrm>
        <a:off x="103614" y="2332346"/>
        <a:ext cx="3578388" cy="19153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F33E2-A12A-49EE-93D7-8F6CEF66E6DC}">
      <dsp:nvSpPr>
        <dsp:cNvPr id="0" name=""/>
        <dsp:cNvSpPr/>
      </dsp:nvSpPr>
      <dsp:spPr>
        <a:xfrm>
          <a:off x="1189731" y="0"/>
          <a:ext cx="1275979" cy="12759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031FC-9E57-48F8-9AD3-93908A8F8FBF}">
      <dsp:nvSpPr>
        <dsp:cNvPr id="0" name=""/>
        <dsp:cNvSpPr/>
      </dsp:nvSpPr>
      <dsp:spPr>
        <a:xfrm>
          <a:off x="4893" y="1387052"/>
          <a:ext cx="3645655" cy="546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Uses analytics from past audience preferences to determine target audience</a:t>
          </a:r>
        </a:p>
      </dsp:txBody>
      <dsp:txXfrm>
        <a:off x="4893" y="1387052"/>
        <a:ext cx="3645655" cy="546848"/>
      </dsp:txXfrm>
    </dsp:sp>
    <dsp:sp modelId="{4A6610DB-BB96-4A0A-836A-4A33DD2036E5}">
      <dsp:nvSpPr>
        <dsp:cNvPr id="0" name=""/>
        <dsp:cNvSpPr/>
      </dsp:nvSpPr>
      <dsp:spPr>
        <a:xfrm>
          <a:off x="4893" y="1985563"/>
          <a:ext cx="3645655" cy="59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Helps producers and writers determine story development and who they’re making this film for</a:t>
          </a:r>
        </a:p>
      </dsp:txBody>
      <dsp:txXfrm>
        <a:off x="4893" y="1985563"/>
        <a:ext cx="3645655" cy="597542"/>
      </dsp:txXfrm>
    </dsp:sp>
    <dsp:sp modelId="{01711268-2233-467D-B624-18BF6A398225}">
      <dsp:nvSpPr>
        <dsp:cNvPr id="0" name=""/>
        <dsp:cNvSpPr/>
      </dsp:nvSpPr>
      <dsp:spPr>
        <a:xfrm>
          <a:off x="5473376" y="0"/>
          <a:ext cx="1275979" cy="127597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FEBD3-FF22-4F34-B8E0-827E9BC39A1C}">
      <dsp:nvSpPr>
        <dsp:cNvPr id="0" name=""/>
        <dsp:cNvSpPr/>
      </dsp:nvSpPr>
      <dsp:spPr>
        <a:xfrm>
          <a:off x="4288538" y="1387052"/>
          <a:ext cx="3645655" cy="546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Can also predict the success (or lack thereof) of the film you’re creating!</a:t>
          </a:r>
        </a:p>
      </dsp:txBody>
      <dsp:txXfrm>
        <a:off x="4288538" y="1387052"/>
        <a:ext cx="3645655" cy="546848"/>
      </dsp:txXfrm>
    </dsp:sp>
    <dsp:sp modelId="{6EDE1404-93FF-41EB-BEF3-3D29629DEFD1}">
      <dsp:nvSpPr>
        <dsp:cNvPr id="0" name=""/>
        <dsp:cNvSpPr/>
      </dsp:nvSpPr>
      <dsp:spPr>
        <a:xfrm>
          <a:off x="4288538" y="1985563"/>
          <a:ext cx="3645655" cy="59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Using other scripts, box office history, and consumer data</a:t>
          </a:r>
        </a:p>
      </dsp:txBody>
      <dsp:txXfrm>
        <a:off x="4288538" y="1985563"/>
        <a:ext cx="3645655" cy="5975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1B4D33-3547-4995-8894-FC7BC60EE89E}">
      <dsp:nvSpPr>
        <dsp:cNvPr id="0" name=""/>
        <dsp:cNvSpPr/>
      </dsp:nvSpPr>
      <dsp:spPr>
        <a:xfrm>
          <a:off x="1822068" y="353275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E2F5C-0607-43B4-B971-DE1891B4CB0A}">
      <dsp:nvSpPr>
        <dsp:cNvPr id="0" name=""/>
        <dsp:cNvSpPr/>
      </dsp:nvSpPr>
      <dsp:spPr>
        <a:xfrm>
          <a:off x="418068" y="202126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Ethical Considerations</a:t>
          </a:r>
        </a:p>
      </dsp:txBody>
      <dsp:txXfrm>
        <a:off x="418068" y="2021266"/>
        <a:ext cx="4320000" cy="648000"/>
      </dsp:txXfrm>
    </dsp:sp>
    <dsp:sp modelId="{2DAEE199-DFD0-44E0-8AEF-60A7999898B0}">
      <dsp:nvSpPr>
        <dsp:cNvPr id="0" name=""/>
        <dsp:cNvSpPr/>
      </dsp:nvSpPr>
      <dsp:spPr>
        <a:xfrm>
          <a:off x="418068" y="2741820"/>
          <a:ext cx="4320000" cy="123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Such as job displacement for many who can and will be replaced by AI</a:t>
          </a:r>
        </a:p>
      </dsp:txBody>
      <dsp:txXfrm>
        <a:off x="418068" y="2741820"/>
        <a:ext cx="4320000" cy="1239159"/>
      </dsp:txXfrm>
    </dsp:sp>
    <dsp:sp modelId="{B4107CA6-FAEC-4181-B970-97EFFE686153}">
      <dsp:nvSpPr>
        <dsp:cNvPr id="0" name=""/>
        <dsp:cNvSpPr/>
      </dsp:nvSpPr>
      <dsp:spPr>
        <a:xfrm>
          <a:off x="6898068" y="353275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AB5FE-FAA9-45D9-87A1-5DB58E38BEDA}">
      <dsp:nvSpPr>
        <dsp:cNvPr id="0" name=""/>
        <dsp:cNvSpPr/>
      </dsp:nvSpPr>
      <dsp:spPr>
        <a:xfrm>
          <a:off x="5494068" y="202126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kern="1200" dirty="0"/>
            <a:t>Transparency</a:t>
          </a:r>
        </a:p>
      </dsp:txBody>
      <dsp:txXfrm>
        <a:off x="5494068" y="2021266"/>
        <a:ext cx="4320000" cy="648000"/>
      </dsp:txXfrm>
    </dsp:sp>
    <dsp:sp modelId="{E528EAAD-763E-41CA-9069-CBCD49E0E689}">
      <dsp:nvSpPr>
        <dsp:cNvPr id="0" name=""/>
        <dsp:cNvSpPr/>
      </dsp:nvSpPr>
      <dsp:spPr>
        <a:xfrm>
          <a:off x="5494068" y="2741820"/>
          <a:ext cx="4320000" cy="1239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Something AI generates could end up being false or biased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(Data quality or malfunction)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be problem for producers</a:t>
          </a:r>
        </a:p>
      </dsp:txBody>
      <dsp:txXfrm>
        <a:off x="5494068" y="2741820"/>
        <a:ext cx="4320000" cy="12391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FB4DB3-897F-49CD-9E1E-92D65BFB6CA1}">
      <dsp:nvSpPr>
        <dsp:cNvPr id="0" name=""/>
        <dsp:cNvSpPr/>
      </dsp:nvSpPr>
      <dsp:spPr>
        <a:xfrm>
          <a:off x="4501800" y="360982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2D5E8-EF52-4BD5-AFC2-2FD895816E1A}">
      <dsp:nvSpPr>
        <dsp:cNvPr id="0" name=""/>
        <dsp:cNvSpPr/>
      </dsp:nvSpPr>
      <dsp:spPr>
        <a:xfrm>
          <a:off x="3097800" y="202904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Limitations</a:t>
          </a:r>
        </a:p>
      </dsp:txBody>
      <dsp:txXfrm>
        <a:off x="3097800" y="2029045"/>
        <a:ext cx="4320000" cy="648000"/>
      </dsp:txXfrm>
    </dsp:sp>
    <dsp:sp modelId="{6F2A2288-EAFE-4909-9AF8-6612F61437B4}">
      <dsp:nvSpPr>
        <dsp:cNvPr id="0" name=""/>
        <dsp:cNvSpPr/>
      </dsp:nvSpPr>
      <dsp:spPr>
        <a:xfrm>
          <a:off x="3097800" y="2749633"/>
          <a:ext cx="4320000" cy="1240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Potential issues with data security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(Encryption is needed to avoid intellectual property theft or data breaches)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Potential impact on set production jobs</a:t>
          </a:r>
        </a:p>
      </dsp:txBody>
      <dsp:txXfrm>
        <a:off x="3097800" y="2749633"/>
        <a:ext cx="4320000" cy="12407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2B489-CBCB-4DF1-BF98-DE5E67B86EA7}">
      <dsp:nvSpPr>
        <dsp:cNvPr id="0" name=""/>
        <dsp:cNvSpPr/>
      </dsp:nvSpPr>
      <dsp:spPr>
        <a:xfrm>
          <a:off x="1679220" y="37850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CA2866-A0DA-46DC-B55C-C23DF2CB27A2}">
      <dsp:nvSpPr>
        <dsp:cNvPr id="0" name=""/>
        <dsp:cNvSpPr/>
      </dsp:nvSpPr>
      <dsp:spPr>
        <a:xfrm>
          <a:off x="491220" y="245205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Can help remove unwanted objects across moving footage</a:t>
          </a:r>
        </a:p>
      </dsp:txBody>
      <dsp:txXfrm>
        <a:off x="491220" y="2452051"/>
        <a:ext cx="4320000" cy="720000"/>
      </dsp:txXfrm>
    </dsp:sp>
    <dsp:sp modelId="{91C1ADC6-0F4C-4A27-9D5C-FD067E93AFE2}">
      <dsp:nvSpPr>
        <dsp:cNvPr id="0" name=""/>
        <dsp:cNvSpPr/>
      </dsp:nvSpPr>
      <dsp:spPr>
        <a:xfrm>
          <a:off x="6755220" y="37850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54E6A-B83E-43ED-8C2C-B51E2208B38D}">
      <dsp:nvSpPr>
        <dsp:cNvPr id="0" name=""/>
        <dsp:cNvSpPr/>
      </dsp:nvSpPr>
      <dsp:spPr>
        <a:xfrm>
          <a:off x="5567220" y="245205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DeepEditor can handle motion blur and difficult lightings</a:t>
          </a:r>
        </a:p>
      </dsp:txBody>
      <dsp:txXfrm>
        <a:off x="5567220" y="245205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437E-F1FE-4716-B189-F715714F7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FD499-E794-2DFA-B1ED-002A8BD0F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5F9C3-6864-F18D-A838-7907E2DE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429F-1C22-5FD9-FFF9-D5ED0780E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BF7AE-D970-BB8D-2E8A-ADCFB8AA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910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F335-00A5-D1B4-9F23-3A30ABE7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07EFB-263F-8242-133D-F4551BDB5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5E895-4ED1-1DB4-9B66-EA2CDC26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DF7D3-325F-13DF-1418-50357D84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1CA49-56AD-024C-5D71-A131F512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04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E3CC5-C899-286C-7294-3081ED873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D5605-2C47-7E20-828C-CC847AB4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9AE85-5087-46D6-53F6-1E4795CA1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2736B-8113-4533-0D4D-D3171FBF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8C25-F9B6-0723-FC6C-6D8A043A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91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BDA4-4CA3-E279-37C8-27D86E7E9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D088A-AF11-BABB-547B-F98ADCB65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3E51B-45C5-020A-D8BC-FC4FDF034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46A8A-BE00-BD2E-5850-57A40582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00427-9188-04AD-FA20-1F9FB65D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7B25C-5FF2-5563-6936-0CF583DBA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67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3AA4D-2E5F-BAB0-1E7F-10576B07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EFA58-E101-450B-6517-EB58CE82C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E8E57-F5BE-9707-2335-A547283CE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2B923-6446-9019-4B82-381AA9231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A4D176-1E23-A0E0-4DCF-5234995DE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58531-4E0F-16D6-30E4-E31185DCC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CEE30-C218-1C2B-F643-8827E9E97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B484C-288D-F479-84DB-F4C3AA34F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80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2E383-BE2B-5059-C09C-285D9E04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50BF91-6F48-B02B-958D-7A296ED1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6763D-3377-6FF2-EFFF-18201F44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589B9-33D7-E246-9AAE-A6204192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91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C9479-C182-EE57-FC4B-C3481250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B5F6B-E7EB-7720-B942-3841110C5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BB7C2-1D6C-17AD-7BE2-E745A924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D2FC-4899-BFBC-DCE2-2D9C8086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F9E00-9EF4-108A-D854-E765F332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C9039-8BBF-8CAB-47FA-FE60778D9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E8A90-42AE-C5C7-FDC5-9A80C876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BC60F-EE69-CA79-A93F-EAFE8128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54579-9BB7-76D0-B388-0F328E2E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389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5352-085F-FC2A-E69F-FF6ECA1C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33D3B6-2362-F8D6-A75A-75E4DAAC2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D7694-7E07-CE19-F946-49947A08D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753BE-4C2C-6BBE-3EEA-26078274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BBDDE-CB4E-8BAF-F4DD-0C1AEE0C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A0757-EB7B-F177-7AAA-135C98D4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0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1B8D-CA87-6FC5-9B6C-9D86EFFA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E8FDD-8210-CC90-5EEE-5BDB68E14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3AC5C-11B4-1751-C040-65D686A7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6094A-24DD-8EF0-2AAA-B112726E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3A2E1-40FD-C229-3CB9-CDDB9BAE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07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8BF129-80AF-F80F-BE08-BD3BB928B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FE530-0EDE-D980-3029-1D0F900BB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AC36D-7DB6-8610-4A75-B4A663374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400C0-D789-014C-B6EB-CFD34A2FC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1EB14-1A47-04EF-F487-1AFFD21A0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89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843BD-2308-7659-3633-AE8F0454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AB8B3-2074-03A7-4759-C49EFF5E9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AD967-1D71-3D38-82EC-4E52CF854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B1140-430C-4827-A563-45607496F0D4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0A26F-49CE-7759-E121-E8B70AC61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F1522-44DC-8469-A09B-4FD04CB97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C0F60-8DFA-4922-AA14-C0E56695C3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6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3E93F0-1901-1B3B-9DE0-E6C881223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AI in the Film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2C75C5-746A-0203-AA32-D839B7BAA9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By: Alexa Varjian</a:t>
            </a:r>
          </a:p>
        </p:txBody>
      </p:sp>
      <p:pic>
        <p:nvPicPr>
          <p:cNvPr id="7" name="Graphic 6" descr="Video camera">
            <a:extLst>
              <a:ext uri="{FF2B5EF4-FFF2-40B4-BE49-F238E27FC236}">
                <a16:creationId xmlns:a16="http://schemas.microsoft.com/office/drawing/2014/main" id="{F56F951F-D77A-4010-8BDD-66FA9E8D1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0654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 useBgFill="1">
        <p:nvSpPr>
          <p:cNvPr id="1046" name="Rectangle 104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F5D325-0693-8CAE-1DBA-ACFA70DF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661480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AI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8DBED-3847-56BE-51F3-435422637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701800"/>
            <a:ext cx="4646905" cy="46545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1950s</a:t>
            </a:r>
          </a:p>
          <a:p>
            <a:pPr lvl="1"/>
            <a:r>
              <a:rPr lang="en-US" sz="2000" dirty="0"/>
              <a:t>Computers- extensive calculators</a:t>
            </a:r>
          </a:p>
          <a:p>
            <a:pPr lvl="1"/>
            <a:r>
              <a:rPr lang="en-US" sz="2000" dirty="0"/>
              <a:t>Turned to scientists when needing specific calculations</a:t>
            </a:r>
          </a:p>
          <a:p>
            <a:pPr lvl="1"/>
            <a:r>
              <a:rPr lang="en-US" sz="2000" dirty="0"/>
              <a:t>Alan Turing (British Mathematician)</a:t>
            </a:r>
          </a:p>
          <a:p>
            <a:pPr lvl="2"/>
            <a:r>
              <a:rPr lang="en-US" dirty="0"/>
              <a:t>Credited with the idea of AI</a:t>
            </a:r>
          </a:p>
          <a:p>
            <a:pPr lvl="3"/>
            <a:r>
              <a:rPr lang="en-US" dirty="0"/>
              <a:t>Did not have the tech needed to prove it</a:t>
            </a:r>
          </a:p>
        </p:txBody>
      </p:sp>
      <p:pic>
        <p:nvPicPr>
          <p:cNvPr id="1026" name="Picture 2" descr="Alan Turing - Wikipedia">
            <a:extLst>
              <a:ext uri="{FF2B5EF4-FFF2-40B4-BE49-F238E27FC236}">
                <a16:creationId xmlns:a16="http://schemas.microsoft.com/office/drawing/2014/main" id="{2BD992A6-7397-017E-1409-C847704EE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3" r="-1" b="12771"/>
          <a:stretch>
            <a:fillRect/>
          </a:stretch>
        </p:blipFill>
        <p:spPr bwMode="auto">
          <a:xfrm>
            <a:off x="6096000" y="1"/>
            <a:ext cx="610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90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2" name="Rectangle 2091">
            <a:extLst>
              <a:ext uri="{FF2B5EF4-FFF2-40B4-BE49-F238E27FC236}">
                <a16:creationId xmlns:a16="http://schemas.microsoft.com/office/drawing/2014/main" id="{6B5E2835-4E47-45B3-9CFE-732FF7B0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4" name="Picture 6" descr="The Birthplace of AI (1956) - by Jørgen Veisdal">
            <a:extLst>
              <a:ext uri="{FF2B5EF4-FFF2-40B4-BE49-F238E27FC236}">
                <a16:creationId xmlns:a16="http://schemas.microsoft.com/office/drawing/2014/main" id="{E9D398A8-CEF6-4159-588B-7369C525C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303"/>
          <a:stretch>
            <a:fillRect/>
          </a:stretch>
        </p:blipFill>
        <p:spPr bwMode="auto"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94" name="Freeform: Shape 2093">
            <a:extLst>
              <a:ext uri="{FF2B5EF4-FFF2-40B4-BE49-F238E27FC236}">
                <a16:creationId xmlns:a16="http://schemas.microsoft.com/office/drawing/2014/main" id="{5B45AD5D-AA52-4F7B-9362-576A39AD9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D5D5D5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96" name="Freeform: Shape 2095">
            <a:extLst>
              <a:ext uri="{FF2B5EF4-FFF2-40B4-BE49-F238E27FC236}">
                <a16:creationId xmlns:a16="http://schemas.microsoft.com/office/drawing/2014/main" id="{AEDD7960-4866-4399-BEF6-DD1431AB4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29844-24B4-A83E-3259-C673F16B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/>
          </a:bodyPr>
          <a:lstStyle/>
          <a:p>
            <a:r>
              <a:rPr lang="en-US" sz="2800" dirty="0"/>
              <a:t>AI History</a:t>
            </a:r>
          </a:p>
        </p:txBody>
      </p:sp>
      <p:sp>
        <p:nvSpPr>
          <p:cNvPr id="2098" name="Rectangle 209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00" name="Rectangle 209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ED50E-7FD4-7C10-8CAA-5EFDC6171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400" dirty="0"/>
              <a:t>Summer 1956</a:t>
            </a:r>
          </a:p>
          <a:p>
            <a:pPr lvl="1"/>
            <a:r>
              <a:rPr lang="en-US" sz="1400" dirty="0"/>
              <a:t>Professor John McCarthy</a:t>
            </a:r>
          </a:p>
          <a:p>
            <a:pPr lvl="2"/>
            <a:r>
              <a:rPr lang="en-US" sz="1400" dirty="0"/>
              <a:t>First coined the term “Artificial Intelligence”</a:t>
            </a:r>
          </a:p>
          <a:p>
            <a:pPr lvl="2"/>
            <a:r>
              <a:rPr lang="en-US" sz="1400" dirty="0"/>
              <a:t>Invited researchers to take part in summer workshop focused on possibility of AI</a:t>
            </a:r>
          </a:p>
          <a:p>
            <a:pPr lvl="2"/>
            <a:r>
              <a:rPr lang="en-US" sz="1400" dirty="0"/>
              <a:t>Group is credited for creating the AI field </a:t>
            </a:r>
          </a:p>
          <a:p>
            <a:pPr lvl="3"/>
            <a:r>
              <a:rPr lang="en-US" sz="1400" dirty="0"/>
              <a:t>2 years after Alan Turing passed away</a:t>
            </a:r>
          </a:p>
        </p:txBody>
      </p:sp>
    </p:spTree>
    <p:extLst>
      <p:ext uri="{BB962C8B-B14F-4D97-AF65-F5344CB8AC3E}">
        <p14:creationId xmlns:p14="http://schemas.microsoft.com/office/powerpoint/2010/main" val="342718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2B96-7E6B-0DF7-D93D-8EE4035C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3" y="741392"/>
            <a:ext cx="3397017" cy="618282"/>
          </a:xfrm>
        </p:spPr>
        <p:txBody>
          <a:bodyPr anchor="b">
            <a:normAutofit/>
          </a:bodyPr>
          <a:lstStyle/>
          <a:p>
            <a:r>
              <a:rPr lang="en-US" sz="3200" dirty="0"/>
              <a:t>AI History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161A2A3-DFC7-8DDE-B576-12BF7F4DA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38" r="1" b="1"/>
          <a:stretch>
            <a:fillRect/>
          </a:stretch>
        </p:blipFill>
        <p:spPr bwMode="auto">
          <a:xfrm>
            <a:off x="884698" y="877413"/>
            <a:ext cx="6406903" cy="504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51" name="Group 6150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6152" name="Rectangle 6151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53" name="Rectangle 6152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84F64-B24C-369D-94BB-A5C8A536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4" y="1359674"/>
            <a:ext cx="3405415" cy="4621634"/>
          </a:xfrm>
        </p:spPr>
        <p:txBody>
          <a:bodyPr anchor="t">
            <a:normAutofit/>
          </a:bodyPr>
          <a:lstStyle/>
          <a:p>
            <a:r>
              <a:rPr lang="en-US" sz="1700" dirty="0"/>
              <a:t>ELIZA</a:t>
            </a:r>
          </a:p>
          <a:p>
            <a:pPr lvl="1"/>
            <a:r>
              <a:rPr lang="en-US" sz="1700" dirty="0"/>
              <a:t>Joseph Weizenbaum</a:t>
            </a:r>
          </a:p>
          <a:p>
            <a:pPr lvl="1"/>
            <a:r>
              <a:rPr lang="en-US" sz="1700" dirty="0"/>
              <a:t>Known as the first chatbot (1966)</a:t>
            </a:r>
          </a:p>
          <a:p>
            <a:pPr lvl="1"/>
            <a:r>
              <a:rPr lang="en-US" sz="1700" dirty="0"/>
              <a:t>Used to simulate therapy</a:t>
            </a:r>
          </a:p>
          <a:p>
            <a:pPr lvl="2"/>
            <a:r>
              <a:rPr lang="en-US" sz="1700" dirty="0"/>
              <a:t>Repurposed answers users gave and turned into questions that helped the conversation continue</a:t>
            </a:r>
          </a:p>
          <a:p>
            <a:r>
              <a:rPr lang="en-US" sz="1700" dirty="0"/>
              <a:t>American Association of AI</a:t>
            </a:r>
          </a:p>
          <a:p>
            <a:pPr lvl="1"/>
            <a:r>
              <a:rPr lang="en-US" sz="1700" dirty="0"/>
              <a:t>1980s</a:t>
            </a:r>
          </a:p>
        </p:txBody>
      </p:sp>
    </p:spTree>
    <p:extLst>
      <p:ext uri="{BB962C8B-B14F-4D97-AF65-F5344CB8AC3E}">
        <p14:creationId xmlns:p14="http://schemas.microsoft.com/office/powerpoint/2010/main" val="848349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E8C52B-869E-3564-308C-807906C4533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5000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AAE3D-93B7-C472-65BF-C8C4B7F4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AI in Film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B88C33-C157-BA95-6B0A-1E1C3EFFA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292355"/>
              </p:ext>
            </p:extLst>
          </p:nvPr>
        </p:nvGraphicFramePr>
        <p:xfrm>
          <a:off x="426720" y="1535297"/>
          <a:ext cx="11353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7474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4CC51-19BC-632B-5330-FE5D94ECD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Pre-Production</a:t>
            </a:r>
          </a:p>
        </p:txBody>
      </p:sp>
      <p:pic>
        <p:nvPicPr>
          <p:cNvPr id="7" name="Graphic 6" descr="Person with Idea">
            <a:extLst>
              <a:ext uri="{FF2B5EF4-FFF2-40B4-BE49-F238E27FC236}">
                <a16:creationId xmlns:a16="http://schemas.microsoft.com/office/drawing/2014/main" id="{C6D8DC73-772F-7383-A4DE-957486B81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3C741-FC09-45F8-E12F-56A2DAC5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103" y="2069989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Planning, scheduling and budgeting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Repetitive and tedious tasks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Looking at data</a:t>
            </a:r>
          </a:p>
          <a:p>
            <a:r>
              <a:rPr lang="en-US" sz="1800" dirty="0">
                <a:solidFill>
                  <a:schemeClr val="tx2"/>
                </a:solidFill>
              </a:rPr>
              <a:t>AI can help!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Many techniques used such as: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 machine learning (ML)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computer vision</a:t>
            </a:r>
          </a:p>
          <a:p>
            <a:pPr lvl="2"/>
            <a:r>
              <a:rPr lang="en-US" sz="1800" dirty="0">
                <a:solidFill>
                  <a:schemeClr val="tx2"/>
                </a:solidFill>
              </a:rPr>
              <a:t>natural language processing (NLP)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Make process much easier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not as time consuming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8373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Rectangle 4150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76387-CFCF-FC69-8082-C1BE2BF3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Script Breakdown</a:t>
            </a:r>
          </a:p>
        </p:txBody>
      </p:sp>
      <p:sp>
        <p:nvSpPr>
          <p:cNvPr id="4153" name="Rectangle 4152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6ECA-D784-17D7-9696-30ADA9CD3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6" y="2581065"/>
            <a:ext cx="4284416" cy="3633467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Dissecting a script</a:t>
            </a:r>
          </a:p>
          <a:p>
            <a:r>
              <a:rPr lang="en-US" sz="1600" dirty="0">
                <a:solidFill>
                  <a:schemeClr val="bg1"/>
                </a:solidFill>
              </a:rPr>
              <a:t>Organizing everything into different categories based on elements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Actors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Props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Costumes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Locations</a:t>
            </a:r>
          </a:p>
          <a:p>
            <a:r>
              <a:rPr lang="en-US" sz="1600" dirty="0">
                <a:solidFill>
                  <a:schemeClr val="bg1"/>
                </a:solidFill>
              </a:rPr>
              <a:t>Crucial for budget/time management</a:t>
            </a:r>
          </a:p>
          <a:p>
            <a:r>
              <a:rPr lang="en-US" sz="1600" dirty="0">
                <a:solidFill>
                  <a:schemeClr val="bg1"/>
                </a:solidFill>
              </a:rPr>
              <a:t>Must look through script and tag everything</a:t>
            </a:r>
          </a:p>
          <a:p>
            <a:r>
              <a:rPr lang="en-US" sz="1600" i="1" dirty="0">
                <a:solidFill>
                  <a:schemeClr val="bg1"/>
                </a:solidFill>
              </a:rPr>
              <a:t>Very </a:t>
            </a:r>
            <a:r>
              <a:rPr lang="en-US" sz="1600" dirty="0">
                <a:solidFill>
                  <a:schemeClr val="bg1"/>
                </a:solidFill>
              </a:rPr>
              <a:t>tedious</a:t>
            </a:r>
          </a:p>
          <a:p>
            <a:r>
              <a:rPr lang="en-US" sz="1600" i="1" dirty="0">
                <a:solidFill>
                  <a:schemeClr val="bg1"/>
                </a:solidFill>
              </a:rPr>
              <a:t>NLP and ML can help!</a:t>
            </a:r>
          </a:p>
        </p:txBody>
      </p:sp>
      <p:sp>
        <p:nvSpPr>
          <p:cNvPr id="4155" name="Rectangle 4154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8" name="Picture 2" descr="Pre-Production Tips: The Basics of Breaking Down a Script">
            <a:extLst>
              <a:ext uri="{FF2B5EF4-FFF2-40B4-BE49-F238E27FC236}">
                <a16:creationId xmlns:a16="http://schemas.microsoft.com/office/drawing/2014/main" id="{914AB047-1812-14B6-40D9-6A89FDB56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5279" y="380185"/>
            <a:ext cx="4597432" cy="631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6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E7CC21-9297-362B-15AB-DB1DD363242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C17B3-CF53-A495-FCDC-C559A315D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AI: Script Breakdown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80A79B-4FF2-8FC8-3DE2-3CB055D77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50212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9744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oney - Definition, Uses, Properties and Characteristics">
            <a:extLst>
              <a:ext uri="{FF2B5EF4-FFF2-40B4-BE49-F238E27FC236}">
                <a16:creationId xmlns:a16="http://schemas.microsoft.com/office/drawing/2014/main" id="{24FAF85B-E0B3-3FD7-D09B-2A60F1BC6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4"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8EB2B82E-9519-13BE-F662-21976E2C7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043" y="1170650"/>
            <a:ext cx="9873914" cy="45283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E0029-AE28-F0BD-3C92-3B8267E7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257" y="1432915"/>
            <a:ext cx="3703486" cy="1840390"/>
          </a:xfrm>
        </p:spPr>
        <p:txBody>
          <a:bodyPr anchor="t">
            <a:normAutofit/>
          </a:bodyPr>
          <a:lstStyle/>
          <a:p>
            <a:r>
              <a:rPr lang="en-US" sz="3200" dirty="0"/>
              <a:t>Budget Estimation</a:t>
            </a:r>
          </a:p>
        </p:txBody>
      </p:sp>
      <p:cxnSp>
        <p:nvCxnSpPr>
          <p:cNvPr id="6153" name="Straight Connector 6152">
            <a:extLst>
              <a:ext uri="{FF2B5EF4-FFF2-40B4-BE49-F238E27FC236}">
                <a16:creationId xmlns:a16="http://schemas.microsoft.com/office/drawing/2014/main" id="{58111A9F-5A83-81E0-CD78-A5959435D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47465" y="1762828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07432-8EA3-FA37-1C5D-0894B20D2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911" y="2104746"/>
            <a:ext cx="4540701" cy="3496161"/>
          </a:xfrm>
        </p:spPr>
        <p:txBody>
          <a:bodyPr>
            <a:normAutofit/>
          </a:bodyPr>
          <a:lstStyle/>
          <a:p>
            <a:r>
              <a:rPr lang="en-US" sz="1700" dirty="0"/>
              <a:t>AI can look at different data to estimate this!</a:t>
            </a:r>
          </a:p>
          <a:p>
            <a:pPr lvl="1"/>
            <a:r>
              <a:rPr lang="en-US" sz="1700" dirty="0"/>
              <a:t>Historical finance data</a:t>
            </a:r>
          </a:p>
          <a:p>
            <a:pPr lvl="1"/>
            <a:r>
              <a:rPr lang="en-US" sz="1700" dirty="0"/>
              <a:t>Scripts</a:t>
            </a:r>
          </a:p>
          <a:p>
            <a:pPr lvl="1"/>
            <a:r>
              <a:rPr lang="en-US" sz="1700" dirty="0"/>
              <a:t>Actors</a:t>
            </a:r>
          </a:p>
          <a:p>
            <a:pPr lvl="1"/>
            <a:r>
              <a:rPr lang="en-US" sz="1700" dirty="0"/>
              <a:t>Locations</a:t>
            </a:r>
          </a:p>
          <a:p>
            <a:pPr lvl="1"/>
            <a:r>
              <a:rPr lang="en-US" sz="1700" dirty="0"/>
              <a:t>Film duration</a:t>
            </a:r>
          </a:p>
          <a:p>
            <a:r>
              <a:rPr lang="en-US" sz="1700" dirty="0"/>
              <a:t>Uses this data to create rough film estimate</a:t>
            </a:r>
          </a:p>
          <a:p>
            <a:pPr lvl="1"/>
            <a:r>
              <a:rPr lang="en-US" sz="1700" dirty="0"/>
              <a:t>Using AI driven solution</a:t>
            </a:r>
          </a:p>
          <a:p>
            <a:r>
              <a:rPr lang="en-US" sz="1700" dirty="0"/>
              <a:t>Compare budget of film to budgets of similar projects</a:t>
            </a:r>
          </a:p>
        </p:txBody>
      </p:sp>
    </p:spTree>
    <p:extLst>
      <p:ext uri="{BB962C8B-B14F-4D97-AF65-F5344CB8AC3E}">
        <p14:creationId xmlns:p14="http://schemas.microsoft.com/office/powerpoint/2010/main" val="2153855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DEE96-3168-E08D-0C6E-D8DBED305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100" dirty="0"/>
              <a:t>Target Audience/Success or Fail</a:t>
            </a:r>
          </a:p>
        </p:txBody>
      </p:sp>
      <p:pic>
        <p:nvPicPr>
          <p:cNvPr id="5122" name="Picture 2" descr="Cinema audiences boom as people look to escape recession">
            <a:extLst>
              <a:ext uri="{FF2B5EF4-FFF2-40B4-BE49-F238E27FC236}">
                <a16:creationId xmlns:a16="http://schemas.microsoft.com/office/drawing/2014/main" id="{1EAF12A9-40AE-0874-D147-2DAF7894D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52" b="25652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124" name="Content Placeholder 2">
            <a:extLst>
              <a:ext uri="{FF2B5EF4-FFF2-40B4-BE49-F238E27FC236}">
                <a16:creationId xmlns:a16="http://schemas.microsoft.com/office/drawing/2014/main" id="{61F0F76A-99EF-0989-D3BF-C1469A1A9B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6395943"/>
              </p:ext>
            </p:extLst>
          </p:nvPr>
        </p:nvGraphicFramePr>
        <p:xfrm>
          <a:off x="3771900" y="3880339"/>
          <a:ext cx="7939087" cy="2583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6414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2165D3-E8C9-EA7B-9272-2B93B8DA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US" sz="4000" dirty="0"/>
              <a:t>Negatives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3B010D-13F4-FDD2-BE3E-72EC5B79A6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376993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665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B09F6-8DF1-2139-5295-2A6EA285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AI in Screenwriting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7D8ED-108F-8E48-C272-87E0BACF7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1400" dirty="0"/>
              <a:t>Three months for FIRST draft</a:t>
            </a:r>
          </a:p>
          <a:p>
            <a:r>
              <a:rPr lang="en-US" sz="1400" dirty="0"/>
              <a:t>AI can do it in a couple minutes or even seconds!</a:t>
            </a:r>
          </a:p>
          <a:p>
            <a:r>
              <a:rPr lang="en-US" sz="1400" dirty="0"/>
              <a:t>Example</a:t>
            </a:r>
          </a:p>
          <a:p>
            <a:pPr lvl="1"/>
            <a:r>
              <a:rPr lang="en-US" sz="1400" dirty="0"/>
              <a:t>Andy Herd creating </a:t>
            </a:r>
            <a:r>
              <a:rPr lang="en-US" sz="1400" i="1" dirty="0"/>
              <a:t>Friends</a:t>
            </a:r>
            <a:r>
              <a:rPr lang="en-US" sz="1400" dirty="0"/>
              <a:t> episode</a:t>
            </a:r>
          </a:p>
          <a:p>
            <a:r>
              <a:rPr lang="en-US" sz="1400" dirty="0"/>
              <a:t>NLP/ML are used</a:t>
            </a:r>
          </a:p>
          <a:p>
            <a:pPr lvl="1"/>
            <a:r>
              <a:rPr lang="en-US" sz="1400" dirty="0"/>
              <a:t>Analyzes structure, style and semantics of existing scripts to find themes and it generates script based on what you tell it to write</a:t>
            </a:r>
          </a:p>
          <a:p>
            <a:r>
              <a:rPr lang="en-US" sz="1400" dirty="0"/>
              <a:t>Can also show your work to AI and it can revamp it, identify plot holes, etc.</a:t>
            </a:r>
          </a:p>
          <a:p>
            <a:r>
              <a:rPr lang="en-US" sz="1400" dirty="0"/>
              <a:t>Negative</a:t>
            </a:r>
          </a:p>
          <a:p>
            <a:pPr lvl="1"/>
            <a:r>
              <a:rPr lang="en-US" sz="1400" dirty="0"/>
              <a:t>Need to be very specific as to what you want out of it or else the result it produces will be awful</a:t>
            </a:r>
          </a:p>
          <a:p>
            <a:pPr lvl="1"/>
            <a:r>
              <a:rPr lang="en-US" sz="1400" dirty="0"/>
              <a:t>Limits creativity</a:t>
            </a:r>
          </a:p>
          <a:p>
            <a:pPr lvl="1"/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1026" name="Picture 2" descr="Pre-Production Paperwork: A Guide For Beginners - Studiovity">
            <a:extLst>
              <a:ext uri="{FF2B5EF4-FFF2-40B4-BE49-F238E27FC236}">
                <a16:creationId xmlns:a16="http://schemas.microsoft.com/office/drawing/2014/main" id="{51B8D5E3-69C1-B23D-8375-2F97E1815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56" r="3836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198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1" name="Rectangle 718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2FB1B-20FA-3FFC-4B30-BB15F8464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506" y="457201"/>
            <a:ext cx="6743698" cy="1466829"/>
          </a:xfrm>
        </p:spPr>
        <p:txBody>
          <a:bodyPr anchor="b">
            <a:normAutofit/>
          </a:bodyPr>
          <a:lstStyle/>
          <a:p>
            <a:r>
              <a:rPr lang="en-US" dirty="0"/>
              <a:t>AI in Screenwriting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38CD-A37F-ABD4-5300-C8CA4FA8B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05" y="2277036"/>
            <a:ext cx="6743700" cy="3461155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Andy Bobrow, tv writer and producer, did an experiment</a:t>
            </a:r>
          </a:p>
          <a:p>
            <a:pPr lvl="1"/>
            <a:r>
              <a:rPr lang="en-US" sz="1600" dirty="0"/>
              <a:t>Had AI help with scene</a:t>
            </a:r>
          </a:p>
          <a:p>
            <a:pPr lvl="1"/>
            <a:r>
              <a:rPr lang="en-US" sz="1600" dirty="0"/>
              <a:t>Told it the character names, location and that magic was involved</a:t>
            </a:r>
          </a:p>
          <a:p>
            <a:pPr lvl="1"/>
            <a:r>
              <a:rPr lang="en-US" sz="1600" dirty="0"/>
              <a:t>Said the result was lackluster</a:t>
            </a:r>
          </a:p>
          <a:p>
            <a:r>
              <a:rPr lang="en-US" sz="2000" dirty="0"/>
              <a:t>Bobrow and Guy Goldstein (Writer Duet founder) say that AI lacks basic human quality needed to make stories good and worth reading/watching</a:t>
            </a:r>
          </a:p>
          <a:p>
            <a:r>
              <a:rPr lang="en-US" sz="2000" dirty="0"/>
              <a:t>Goldstein says AI lacks an opinion and a “why”</a:t>
            </a:r>
          </a:p>
          <a:p>
            <a:pPr lvl="1"/>
            <a:r>
              <a:rPr lang="en-US" sz="2000" dirty="0"/>
              <a:t>Doesn’t understand why the story is important to tell</a:t>
            </a:r>
          </a:p>
          <a:p>
            <a:r>
              <a:rPr lang="en-US" sz="2000" dirty="0"/>
              <a:t>AI should be used as an assistant to the writer, not THE writer</a:t>
            </a:r>
          </a:p>
        </p:txBody>
      </p:sp>
      <p:pic>
        <p:nvPicPr>
          <p:cNvPr id="7176" name="Picture 8" descr="Guy Goldstein - Founder &amp; CEO at WriterDuet Inc. -- Techstars '17 | LinkedIn">
            <a:extLst>
              <a:ext uri="{FF2B5EF4-FFF2-40B4-BE49-F238E27FC236}">
                <a16:creationId xmlns:a16="http://schemas.microsoft.com/office/drawing/2014/main" id="{A81918E4-620A-5559-3072-CC3ED5763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8387298" y="3335216"/>
            <a:ext cx="3024554" cy="3024554"/>
          </a:xfrm>
          <a:custGeom>
            <a:avLst/>
            <a:gdLst/>
            <a:ahLst/>
            <a:cxnLst/>
            <a:rect l="l" t="t" r="r" b="b"/>
            <a:pathLst>
              <a:path w="2592126" h="2592126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2C397C-29BD-A638-5BA7-1A15A97D2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75" r="-4" b="20122"/>
          <a:stretch>
            <a:fillRect/>
          </a:stretch>
        </p:blipFill>
        <p:spPr>
          <a:xfrm>
            <a:off x="8318234" y="175846"/>
            <a:ext cx="3024554" cy="3024554"/>
          </a:xfrm>
          <a:custGeom>
            <a:avLst/>
            <a:gdLst/>
            <a:ahLst/>
            <a:cxnLst/>
            <a:rect l="l" t="t" r="r" b="b"/>
            <a:pathLst>
              <a:path w="2592126" h="2592126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</p:spPr>
      </p:pic>
      <p:sp>
        <p:nvSpPr>
          <p:cNvPr id="7183" name="Rectangle 7182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85" name="Rectangle 7184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utoShape 2" descr="Andy Bobrow | Brooklyn Nine-Nine Wiki | Fandom">
            <a:extLst>
              <a:ext uri="{FF2B5EF4-FFF2-40B4-BE49-F238E27FC236}">
                <a16:creationId xmlns:a16="http://schemas.microsoft.com/office/drawing/2014/main" id="{B02FEF1F-5294-7265-3ED5-87380AC64F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10662"/>
            <a:ext cx="3270738" cy="3270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69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9D2268A-D939-4E78-91B6-6C7E46406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All the interesting Production Assistant Positions on Set - Beyond Film  School">
            <a:extLst>
              <a:ext uri="{FF2B5EF4-FFF2-40B4-BE49-F238E27FC236}">
                <a16:creationId xmlns:a16="http://schemas.microsoft.com/office/drawing/2014/main" id="{68227553-CD85-5B0A-3AED-A38E50FA1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03" b="3997"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34BB8-C9BD-BCE6-A32A-53070CAE7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53673"/>
            <a:ext cx="4023360" cy="500479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n w="22225">
                  <a:solidFill>
                    <a:srgbClr val="FFFFFF"/>
                  </a:solidFill>
                </a:ln>
                <a:solidFill>
                  <a:schemeClr val="bg1"/>
                </a:solidFill>
              </a:rPr>
              <a:t>AI and On Set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B705B-6C2A-482B-942E-F91FFB390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083" y="853673"/>
            <a:ext cx="5715000" cy="5004794"/>
          </a:xfrm>
        </p:spPr>
        <p:txBody>
          <a:bodyPr anchor="ctr">
            <a:normAutofit/>
          </a:bodyPr>
          <a:lstStyle/>
          <a:p>
            <a:r>
              <a:rPr lang="en-US" sz="1900" dirty="0">
                <a:solidFill>
                  <a:schemeClr val="bg1"/>
                </a:solidFill>
              </a:rPr>
              <a:t>AI brings great help to film sets as well</a:t>
            </a:r>
          </a:p>
          <a:p>
            <a:pPr lvl="1"/>
            <a:r>
              <a:rPr lang="en-US" sz="1900" dirty="0">
                <a:solidFill>
                  <a:schemeClr val="bg1"/>
                </a:solidFill>
              </a:rPr>
              <a:t>Automating tasks like documenting, inventory checks, and data syncing </a:t>
            </a:r>
          </a:p>
          <a:p>
            <a:pPr lvl="2"/>
            <a:r>
              <a:rPr lang="en-US" sz="1500" dirty="0">
                <a:solidFill>
                  <a:schemeClr val="bg1"/>
                </a:solidFill>
              </a:rPr>
              <a:t>Lessens overhead costs and gives you opportunity to meet tight deadlines</a:t>
            </a:r>
          </a:p>
          <a:p>
            <a:pPr lvl="1"/>
            <a:r>
              <a:rPr lang="en-US" sz="1900" dirty="0">
                <a:solidFill>
                  <a:schemeClr val="bg1"/>
                </a:solidFill>
              </a:rPr>
              <a:t>Helps manage technical stuff so you and crew can focus your time on the quality of your film, the camera angles, etc.</a:t>
            </a:r>
          </a:p>
          <a:p>
            <a:pPr lvl="1"/>
            <a:r>
              <a:rPr lang="en-US" sz="1900" dirty="0">
                <a:solidFill>
                  <a:schemeClr val="bg1"/>
                </a:solidFill>
              </a:rPr>
              <a:t>Generates quick insights which can help prevent errors or missing certain shots</a:t>
            </a:r>
          </a:p>
          <a:p>
            <a:pPr lvl="2"/>
            <a:r>
              <a:rPr lang="en-US" sz="1900" dirty="0">
                <a:solidFill>
                  <a:schemeClr val="bg1"/>
                </a:solidFill>
              </a:rPr>
              <a:t>So, you won’t have to correct so many things in postproduction</a:t>
            </a:r>
          </a:p>
          <a:p>
            <a:pPr lvl="1"/>
            <a:r>
              <a:rPr lang="en-US" sz="1900" dirty="0">
                <a:solidFill>
                  <a:schemeClr val="bg1"/>
                </a:solidFill>
              </a:rPr>
              <a:t>AI analytics help enhance camera setups, lighting, and even your shot list</a:t>
            </a:r>
          </a:p>
          <a:p>
            <a:pPr lvl="2"/>
            <a:r>
              <a:rPr lang="en-US" sz="1900" dirty="0">
                <a:solidFill>
                  <a:schemeClr val="bg1"/>
                </a:solidFill>
              </a:rPr>
              <a:t>Once again allowing more time to focus on getting everything done that you need to and creating your best work!</a:t>
            </a:r>
          </a:p>
        </p:txBody>
      </p:sp>
      <p:sp>
        <p:nvSpPr>
          <p:cNvPr id="1040" name="sketch box">
            <a:extLst>
              <a:ext uri="{FF2B5EF4-FFF2-40B4-BE49-F238E27FC236}">
                <a16:creationId xmlns:a16="http://schemas.microsoft.com/office/drawing/2014/main" id="{E0C43A58-225D-452D-8185-0D89D1EED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921" y="493776"/>
            <a:ext cx="6229604" cy="5722227"/>
          </a:xfrm>
          <a:custGeom>
            <a:avLst/>
            <a:gdLst>
              <a:gd name="csX0" fmla="*/ 0 w 6229604"/>
              <a:gd name="csY0" fmla="*/ 0 h 5722227"/>
              <a:gd name="csX1" fmla="*/ 629882 w 6229604"/>
              <a:gd name="csY1" fmla="*/ 0 h 5722227"/>
              <a:gd name="csX2" fmla="*/ 1135172 w 6229604"/>
              <a:gd name="csY2" fmla="*/ 0 h 5722227"/>
              <a:gd name="csX3" fmla="*/ 1951943 w 6229604"/>
              <a:gd name="csY3" fmla="*/ 0 h 5722227"/>
              <a:gd name="csX4" fmla="*/ 2581825 w 6229604"/>
              <a:gd name="csY4" fmla="*/ 0 h 5722227"/>
              <a:gd name="csX5" fmla="*/ 3211707 w 6229604"/>
              <a:gd name="csY5" fmla="*/ 0 h 5722227"/>
              <a:gd name="csX6" fmla="*/ 4028477 w 6229604"/>
              <a:gd name="csY6" fmla="*/ 0 h 5722227"/>
              <a:gd name="csX7" fmla="*/ 4596063 w 6229604"/>
              <a:gd name="csY7" fmla="*/ 0 h 5722227"/>
              <a:gd name="csX8" fmla="*/ 5412834 w 6229604"/>
              <a:gd name="csY8" fmla="*/ 0 h 5722227"/>
              <a:gd name="csX9" fmla="*/ 6229604 w 6229604"/>
              <a:gd name="csY9" fmla="*/ 0 h 5722227"/>
              <a:gd name="csX10" fmla="*/ 6229604 w 6229604"/>
              <a:gd name="csY10" fmla="*/ 635803 h 5722227"/>
              <a:gd name="csX11" fmla="*/ 6229604 w 6229604"/>
              <a:gd name="csY11" fmla="*/ 1271606 h 5722227"/>
              <a:gd name="csX12" fmla="*/ 6229604 w 6229604"/>
              <a:gd name="csY12" fmla="*/ 1964631 h 5722227"/>
              <a:gd name="csX13" fmla="*/ 6229604 w 6229604"/>
              <a:gd name="csY13" fmla="*/ 2428767 h 5722227"/>
              <a:gd name="csX14" fmla="*/ 6229604 w 6229604"/>
              <a:gd name="csY14" fmla="*/ 3064570 h 5722227"/>
              <a:gd name="csX15" fmla="*/ 6229604 w 6229604"/>
              <a:gd name="csY15" fmla="*/ 3700373 h 5722227"/>
              <a:gd name="csX16" fmla="*/ 6229604 w 6229604"/>
              <a:gd name="csY16" fmla="*/ 4336176 h 5722227"/>
              <a:gd name="csX17" fmla="*/ 6229604 w 6229604"/>
              <a:gd name="csY17" fmla="*/ 5029202 h 5722227"/>
              <a:gd name="csX18" fmla="*/ 6229604 w 6229604"/>
              <a:gd name="csY18" fmla="*/ 5722227 h 5722227"/>
              <a:gd name="csX19" fmla="*/ 5475130 w 6229604"/>
              <a:gd name="csY19" fmla="*/ 5722227 h 5722227"/>
              <a:gd name="csX20" fmla="*/ 4907544 w 6229604"/>
              <a:gd name="csY20" fmla="*/ 5722227 h 5722227"/>
              <a:gd name="csX21" fmla="*/ 4090773 w 6229604"/>
              <a:gd name="csY21" fmla="*/ 5722227 h 5722227"/>
              <a:gd name="csX22" fmla="*/ 3398595 w 6229604"/>
              <a:gd name="csY22" fmla="*/ 5722227 h 5722227"/>
              <a:gd name="csX23" fmla="*/ 2831009 w 6229604"/>
              <a:gd name="csY23" fmla="*/ 5722227 h 5722227"/>
              <a:gd name="csX24" fmla="*/ 2138831 w 6229604"/>
              <a:gd name="csY24" fmla="*/ 5722227 h 5722227"/>
              <a:gd name="csX25" fmla="*/ 1633541 w 6229604"/>
              <a:gd name="csY25" fmla="*/ 5722227 h 5722227"/>
              <a:gd name="csX26" fmla="*/ 1128251 w 6229604"/>
              <a:gd name="csY26" fmla="*/ 5722227 h 5722227"/>
              <a:gd name="csX27" fmla="*/ 0 w 6229604"/>
              <a:gd name="csY27" fmla="*/ 5722227 h 5722227"/>
              <a:gd name="csX28" fmla="*/ 0 w 6229604"/>
              <a:gd name="csY28" fmla="*/ 5200869 h 5722227"/>
              <a:gd name="csX29" fmla="*/ 0 w 6229604"/>
              <a:gd name="csY29" fmla="*/ 4450621 h 5722227"/>
              <a:gd name="csX30" fmla="*/ 0 w 6229604"/>
              <a:gd name="csY30" fmla="*/ 3872040 h 5722227"/>
              <a:gd name="csX31" fmla="*/ 0 w 6229604"/>
              <a:gd name="csY31" fmla="*/ 3407904 h 5722227"/>
              <a:gd name="csX32" fmla="*/ 0 w 6229604"/>
              <a:gd name="csY32" fmla="*/ 2714879 h 5722227"/>
              <a:gd name="csX33" fmla="*/ 0 w 6229604"/>
              <a:gd name="csY33" fmla="*/ 2193520 h 5722227"/>
              <a:gd name="csX34" fmla="*/ 0 w 6229604"/>
              <a:gd name="csY34" fmla="*/ 1500495 h 5722227"/>
              <a:gd name="csX35" fmla="*/ 0 w 6229604"/>
              <a:gd name="csY35" fmla="*/ 750248 h 5722227"/>
              <a:gd name="csX36" fmla="*/ 0 w 6229604"/>
              <a:gd name="csY36" fmla="*/ 0 h 57222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229604" h="5722227" extrusionOk="0">
                <a:moveTo>
                  <a:pt x="0" y="0"/>
                </a:moveTo>
                <a:cubicBezTo>
                  <a:pt x="134765" y="733"/>
                  <a:pt x="359555" y="-15387"/>
                  <a:pt x="629882" y="0"/>
                </a:cubicBezTo>
                <a:cubicBezTo>
                  <a:pt x="900209" y="15387"/>
                  <a:pt x="965450" y="15937"/>
                  <a:pt x="1135172" y="0"/>
                </a:cubicBezTo>
                <a:cubicBezTo>
                  <a:pt x="1304894" y="-15937"/>
                  <a:pt x="1787212" y="10921"/>
                  <a:pt x="1951943" y="0"/>
                </a:cubicBezTo>
                <a:cubicBezTo>
                  <a:pt x="2116674" y="-10921"/>
                  <a:pt x="2378222" y="13313"/>
                  <a:pt x="2581825" y="0"/>
                </a:cubicBezTo>
                <a:cubicBezTo>
                  <a:pt x="2785428" y="-13313"/>
                  <a:pt x="2915218" y="19972"/>
                  <a:pt x="3211707" y="0"/>
                </a:cubicBezTo>
                <a:cubicBezTo>
                  <a:pt x="3508196" y="-19972"/>
                  <a:pt x="3832828" y="-34359"/>
                  <a:pt x="4028477" y="0"/>
                </a:cubicBezTo>
                <a:cubicBezTo>
                  <a:pt x="4224126" y="34359"/>
                  <a:pt x="4361257" y="4467"/>
                  <a:pt x="4596063" y="0"/>
                </a:cubicBezTo>
                <a:cubicBezTo>
                  <a:pt x="4830869" y="-4467"/>
                  <a:pt x="5091403" y="-7365"/>
                  <a:pt x="5412834" y="0"/>
                </a:cubicBezTo>
                <a:cubicBezTo>
                  <a:pt x="5734265" y="7365"/>
                  <a:pt x="6034988" y="-26786"/>
                  <a:pt x="6229604" y="0"/>
                </a:cubicBezTo>
                <a:cubicBezTo>
                  <a:pt x="6208296" y="256153"/>
                  <a:pt x="6219810" y="335049"/>
                  <a:pt x="6229604" y="635803"/>
                </a:cubicBezTo>
                <a:cubicBezTo>
                  <a:pt x="6239398" y="936557"/>
                  <a:pt x="6230184" y="1092448"/>
                  <a:pt x="6229604" y="1271606"/>
                </a:cubicBezTo>
                <a:cubicBezTo>
                  <a:pt x="6229024" y="1450764"/>
                  <a:pt x="6217841" y="1797531"/>
                  <a:pt x="6229604" y="1964631"/>
                </a:cubicBezTo>
                <a:cubicBezTo>
                  <a:pt x="6241367" y="2131731"/>
                  <a:pt x="6220367" y="2235822"/>
                  <a:pt x="6229604" y="2428767"/>
                </a:cubicBezTo>
                <a:cubicBezTo>
                  <a:pt x="6238841" y="2621712"/>
                  <a:pt x="6220929" y="2925917"/>
                  <a:pt x="6229604" y="3064570"/>
                </a:cubicBezTo>
                <a:cubicBezTo>
                  <a:pt x="6238279" y="3203223"/>
                  <a:pt x="6256755" y="3501958"/>
                  <a:pt x="6229604" y="3700373"/>
                </a:cubicBezTo>
                <a:cubicBezTo>
                  <a:pt x="6202453" y="3898788"/>
                  <a:pt x="6201714" y="4046823"/>
                  <a:pt x="6229604" y="4336176"/>
                </a:cubicBezTo>
                <a:cubicBezTo>
                  <a:pt x="6257494" y="4625529"/>
                  <a:pt x="6258821" y="4774033"/>
                  <a:pt x="6229604" y="5029202"/>
                </a:cubicBezTo>
                <a:cubicBezTo>
                  <a:pt x="6200387" y="5284371"/>
                  <a:pt x="6233334" y="5383875"/>
                  <a:pt x="6229604" y="5722227"/>
                </a:cubicBezTo>
                <a:cubicBezTo>
                  <a:pt x="6016393" y="5707881"/>
                  <a:pt x="5684528" y="5751176"/>
                  <a:pt x="5475130" y="5722227"/>
                </a:cubicBezTo>
                <a:cubicBezTo>
                  <a:pt x="5265732" y="5693278"/>
                  <a:pt x="5082862" y="5732690"/>
                  <a:pt x="4907544" y="5722227"/>
                </a:cubicBezTo>
                <a:cubicBezTo>
                  <a:pt x="4732226" y="5711764"/>
                  <a:pt x="4474837" y="5716289"/>
                  <a:pt x="4090773" y="5722227"/>
                </a:cubicBezTo>
                <a:cubicBezTo>
                  <a:pt x="3706709" y="5728165"/>
                  <a:pt x="3645902" y="5723973"/>
                  <a:pt x="3398595" y="5722227"/>
                </a:cubicBezTo>
                <a:cubicBezTo>
                  <a:pt x="3151288" y="5720481"/>
                  <a:pt x="3001606" y="5732695"/>
                  <a:pt x="2831009" y="5722227"/>
                </a:cubicBezTo>
                <a:cubicBezTo>
                  <a:pt x="2660412" y="5711759"/>
                  <a:pt x="2424161" y="5689878"/>
                  <a:pt x="2138831" y="5722227"/>
                </a:cubicBezTo>
                <a:cubicBezTo>
                  <a:pt x="1853501" y="5754576"/>
                  <a:pt x="1788223" y="5720540"/>
                  <a:pt x="1633541" y="5722227"/>
                </a:cubicBezTo>
                <a:cubicBezTo>
                  <a:pt x="1478859" y="5723915"/>
                  <a:pt x="1324151" y="5739059"/>
                  <a:pt x="1128251" y="5722227"/>
                </a:cubicBezTo>
                <a:cubicBezTo>
                  <a:pt x="932351" y="5705396"/>
                  <a:pt x="522340" y="5691488"/>
                  <a:pt x="0" y="5722227"/>
                </a:cubicBezTo>
                <a:cubicBezTo>
                  <a:pt x="-8445" y="5596771"/>
                  <a:pt x="-11215" y="5344833"/>
                  <a:pt x="0" y="5200869"/>
                </a:cubicBezTo>
                <a:cubicBezTo>
                  <a:pt x="11215" y="5056905"/>
                  <a:pt x="20310" y="4693766"/>
                  <a:pt x="0" y="4450621"/>
                </a:cubicBezTo>
                <a:cubicBezTo>
                  <a:pt x="-20310" y="4207476"/>
                  <a:pt x="817" y="4075053"/>
                  <a:pt x="0" y="3872040"/>
                </a:cubicBezTo>
                <a:cubicBezTo>
                  <a:pt x="-817" y="3669027"/>
                  <a:pt x="-21729" y="3595882"/>
                  <a:pt x="0" y="3407904"/>
                </a:cubicBezTo>
                <a:cubicBezTo>
                  <a:pt x="21729" y="3219926"/>
                  <a:pt x="-30605" y="3052469"/>
                  <a:pt x="0" y="2714879"/>
                </a:cubicBezTo>
                <a:cubicBezTo>
                  <a:pt x="30605" y="2377289"/>
                  <a:pt x="-16081" y="2430808"/>
                  <a:pt x="0" y="2193520"/>
                </a:cubicBezTo>
                <a:cubicBezTo>
                  <a:pt x="16081" y="1956232"/>
                  <a:pt x="18120" y="1817979"/>
                  <a:pt x="0" y="1500495"/>
                </a:cubicBezTo>
                <a:cubicBezTo>
                  <a:pt x="-18120" y="1183011"/>
                  <a:pt x="23969" y="972269"/>
                  <a:pt x="0" y="750248"/>
                </a:cubicBezTo>
                <a:cubicBezTo>
                  <a:pt x="-23969" y="528227"/>
                  <a:pt x="-3769" y="358360"/>
                  <a:pt x="0" y="0"/>
                </a:cubicBezTo>
                <a:close/>
              </a:path>
            </a:pathLst>
          </a:custGeom>
          <a:noFill/>
          <a:ln w="47625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910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F2AB-01C5-08AF-A2B4-2489292B4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On Set Production: 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9FA6CD-C123-C9A0-9119-46BE142B1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5725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9134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8387B-AC4F-D68D-EFBE-EF44A936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65" y="379142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 dirty="0"/>
              <a:t>AI in Post-Production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EA92E-FEE9-EC72-907B-E71148D41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49" y="1739590"/>
            <a:ext cx="6392741" cy="4884234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What AI can assist with:</a:t>
            </a:r>
          </a:p>
          <a:p>
            <a:pPr lvl="1"/>
            <a:r>
              <a:rPr lang="en-US" sz="2200" dirty="0"/>
              <a:t>Add/Change dialogue</a:t>
            </a:r>
          </a:p>
          <a:p>
            <a:pPr lvl="1"/>
            <a:r>
              <a:rPr lang="en-US" sz="2200" dirty="0"/>
              <a:t>Before AI, we used ADR (Automated Dialogue Replacement)</a:t>
            </a:r>
          </a:p>
          <a:p>
            <a:pPr lvl="2"/>
            <a:r>
              <a:rPr lang="en-US" sz="2200" dirty="0"/>
              <a:t>Need to go back into the scene and re-articulate actor’s mouth to say a new line and make it look natural</a:t>
            </a:r>
          </a:p>
          <a:p>
            <a:pPr lvl="3"/>
            <a:r>
              <a:rPr lang="en-US" sz="2000" dirty="0"/>
              <a:t>Super expensive/time consuming</a:t>
            </a:r>
          </a:p>
          <a:p>
            <a:pPr lvl="2"/>
            <a:r>
              <a:rPr lang="en-US" sz="2200" dirty="0"/>
              <a:t>Go back in and cut behind the shoulder of the character speaking or to a place where the dialogue can be said off screen</a:t>
            </a:r>
          </a:p>
          <a:p>
            <a:pPr lvl="1"/>
            <a:r>
              <a:rPr lang="en-US" sz="2200" dirty="0"/>
              <a:t>With AI, ADR has been changed (visual ADR)</a:t>
            </a:r>
          </a:p>
          <a:p>
            <a:pPr lvl="3"/>
            <a:r>
              <a:rPr lang="en-US" sz="2200" dirty="0"/>
              <a:t>Censorship editing</a:t>
            </a:r>
          </a:p>
          <a:p>
            <a:pPr lvl="3"/>
            <a:r>
              <a:rPr lang="en-US" sz="2200" dirty="0"/>
              <a:t>Dialogue replacement</a:t>
            </a:r>
          </a:p>
          <a:p>
            <a:pPr lvl="3"/>
            <a:r>
              <a:rPr lang="en-US" sz="2200" dirty="0"/>
              <a:t>Syncing same line replacement</a:t>
            </a:r>
          </a:p>
          <a:p>
            <a:pPr lvl="2"/>
            <a:endParaRPr lang="en-US" sz="1400" dirty="0"/>
          </a:p>
        </p:txBody>
      </p:sp>
      <p:pic>
        <p:nvPicPr>
          <p:cNvPr id="3074" name="Picture 2" descr="Free Video Editing Process Image - Video, Editing, Technology | Download at  StockCake">
            <a:extLst>
              <a:ext uri="{FF2B5EF4-FFF2-40B4-BE49-F238E27FC236}">
                <a16:creationId xmlns:a16="http://schemas.microsoft.com/office/drawing/2014/main" id="{5DADF6AD-E166-D804-DDE8-F96E603A2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9" r="13312"/>
          <a:stretch>
            <a:fillRect/>
          </a:stretch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308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7A761-25D1-F2B8-ADEE-CD9C151E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2600" dirty="0"/>
              <a:t>Dubbing/Captioning/Translating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EAF1-6A5F-E8AE-00BC-80EFB4026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r>
              <a:rPr lang="en-US" sz="1800" dirty="0"/>
              <a:t>Streaming services are now releasing content to audiences and using AI translation and sync tools</a:t>
            </a:r>
          </a:p>
          <a:p>
            <a:pPr lvl="1"/>
            <a:r>
              <a:rPr lang="en-US" sz="1800" dirty="0"/>
              <a:t>Helps keep the emotional nuance across all different languages</a:t>
            </a:r>
          </a:p>
          <a:p>
            <a:pPr lvl="1"/>
            <a:r>
              <a:rPr lang="en-US" sz="1800" dirty="0"/>
              <a:t>Example: Watch the Skies</a:t>
            </a:r>
          </a:p>
          <a:p>
            <a:pPr lvl="2"/>
            <a:r>
              <a:rPr lang="en-US" sz="1800" dirty="0"/>
              <a:t>Originally a Swedish film</a:t>
            </a:r>
          </a:p>
          <a:p>
            <a:pPr lvl="2"/>
            <a:r>
              <a:rPr lang="en-US" sz="1800" dirty="0"/>
              <a:t>TrueSync technology was used to make English version</a:t>
            </a:r>
          </a:p>
        </p:txBody>
      </p:sp>
      <p:pic>
        <p:nvPicPr>
          <p:cNvPr id="4098" name="Picture 2" descr="Watch the Skies (2022) - IMDb">
            <a:extLst>
              <a:ext uri="{FF2B5EF4-FFF2-40B4-BE49-F238E27FC236}">
                <a16:creationId xmlns:a16="http://schemas.microsoft.com/office/drawing/2014/main" id="{327AF978-91F7-6BF7-F198-DCE01F641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80" b="13974"/>
          <a:stretch>
            <a:fillRect/>
          </a:stretch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976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3E3BA1-B033-4EE7-0F06-840B14F4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sz="4100" dirty="0"/>
              <a:t>Picture Improvement/Edit Acceleration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23BA3-71C7-2D2B-AA3B-47E85EBC8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n-US" sz="1900" dirty="0"/>
              <a:t>AI is currently working to help restore frames that were once considered unusable</a:t>
            </a:r>
          </a:p>
          <a:p>
            <a:pPr lvl="1"/>
            <a:r>
              <a:rPr lang="en-US" sz="1900" dirty="0"/>
              <a:t>It can denoise (remove unwanted grain or discoloration), deblur, and upscale frames</a:t>
            </a:r>
          </a:p>
          <a:p>
            <a:r>
              <a:rPr lang="en-US" sz="1900" dirty="0"/>
              <a:t>AI is becoming part of the nonlinear editing (NLE) process</a:t>
            </a:r>
          </a:p>
          <a:p>
            <a:pPr lvl="1"/>
            <a:r>
              <a:rPr lang="en-US" sz="1900" dirty="0"/>
              <a:t>Speeds everything up from dialogue transcription to scene search and audio cleanup</a:t>
            </a:r>
          </a:p>
        </p:txBody>
      </p:sp>
      <p:pic>
        <p:nvPicPr>
          <p:cNvPr id="5126" name="Picture 6" descr="Upscale Image Online | AI Image Enhancer">
            <a:extLst>
              <a:ext uri="{FF2B5EF4-FFF2-40B4-BE49-F238E27FC236}">
                <a16:creationId xmlns:a16="http://schemas.microsoft.com/office/drawing/2014/main" id="{60CECFF7-3B97-8895-D295-A73D8B52D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4" r="17644" b="-3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1754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982E8-B4D9-FCF3-4AEF-6BC56529C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Object Removal/Continuity Fixes/AI Inpainting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CF7038-110F-F059-436F-DBEC25A554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90360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0502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BB4F-A4B1-C37C-2B1D-FAFFD77D3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 dirty="0"/>
              <a:t>Sound Design/Audio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0EC72-A53F-F177-62D8-E5908E19B0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35" r="8864" b="1"/>
          <a:stretch>
            <a:fillRect/>
          </a:stretch>
        </p:blipFill>
        <p:spPr>
          <a:xfrm>
            <a:off x="20" y="10"/>
            <a:ext cx="7390241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546E1-0290-39F5-34C4-CC7B13B86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/>
          </a:bodyPr>
          <a:lstStyle/>
          <a:p>
            <a:r>
              <a:rPr lang="en-US" sz="1600" dirty="0"/>
              <a:t>Considered one of AI’s most powerful uses in postproduction</a:t>
            </a:r>
          </a:p>
          <a:p>
            <a:r>
              <a:rPr lang="en-US" sz="1600" dirty="0"/>
              <a:t>AI can:</a:t>
            </a:r>
          </a:p>
          <a:p>
            <a:pPr lvl="1"/>
            <a:r>
              <a:rPr lang="en-US" sz="1600" dirty="0"/>
              <a:t>Separate stems (split and extract audio files into separate files for each instrument)</a:t>
            </a:r>
          </a:p>
          <a:p>
            <a:pPr lvl="1"/>
            <a:r>
              <a:rPr lang="en-US" sz="1600" dirty="0"/>
              <a:t>Recreate missing ambience</a:t>
            </a:r>
          </a:p>
          <a:p>
            <a:pPr lvl="1"/>
            <a:r>
              <a:rPr lang="en-US" sz="1600" dirty="0"/>
              <a:t>Add sound effects into an already recorded environment</a:t>
            </a:r>
          </a:p>
          <a:p>
            <a:pPr lvl="2"/>
            <a:r>
              <a:rPr lang="en-US" sz="1600" dirty="0"/>
              <a:t>Makes added effects sound natural</a:t>
            </a:r>
          </a:p>
        </p:txBody>
      </p:sp>
    </p:spTree>
    <p:extLst>
      <p:ext uri="{BB962C8B-B14F-4D97-AF65-F5344CB8AC3E}">
        <p14:creationId xmlns:p14="http://schemas.microsoft.com/office/powerpoint/2010/main" val="3018771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840E7-7AC2-1D3F-B1E3-1CF3FA03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Job Insecurity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E8F4-5BCD-A60A-6A03-F352A79E5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Study by Concept Art Association and the Animation Guild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Surveyed 300 people across entertainment industry</a:t>
            </a:r>
          </a:p>
          <a:p>
            <a:pPr lvl="2"/>
            <a:r>
              <a:rPr lang="en-US" sz="1400" dirty="0">
                <a:solidFill>
                  <a:schemeClr val="tx2"/>
                </a:solidFill>
              </a:rPr>
              <a:t>Study said the jobs most likely to be affected are: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Sound for film, tv, and video games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Developing 3-D assets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Foreign language dubbing</a:t>
            </a:r>
          </a:p>
          <a:p>
            <a:pPr lvl="2"/>
            <a:r>
              <a:rPr lang="en-US" sz="1400" dirty="0">
                <a:solidFill>
                  <a:schemeClr val="tx2"/>
                </a:solidFill>
              </a:rPr>
              <a:t>Study said the jobs least likely to be affected are: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Script writing</a:t>
            </a:r>
          </a:p>
          <a:p>
            <a:pPr lvl="3"/>
            <a:r>
              <a:rPr lang="en-US" sz="1400" dirty="0">
                <a:solidFill>
                  <a:schemeClr val="tx2"/>
                </a:solidFill>
              </a:rPr>
              <a:t>Performing music</a:t>
            </a:r>
          </a:p>
          <a:p>
            <a:pPr lvl="2"/>
            <a:r>
              <a:rPr lang="en-US" sz="1400" dirty="0">
                <a:solidFill>
                  <a:schemeClr val="tx2"/>
                </a:solidFill>
              </a:rPr>
              <a:t>80% of early adopters of AI are using AI tools for postproduction purposes</a:t>
            </a:r>
          </a:p>
          <a:p>
            <a:pPr lvl="2"/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Theatre">
            <a:extLst>
              <a:ext uri="{FF2B5EF4-FFF2-40B4-BE49-F238E27FC236}">
                <a16:creationId xmlns:a16="http://schemas.microsoft.com/office/drawing/2014/main" id="{2F1A741C-B233-C454-D0F6-DF697B76B0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4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2A5D5A-E4B7-5D2E-E9BE-7CCF736A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The Flipside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B399F-B332-37E1-FB49-ACBCB388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Not everyone believes AI will take over the film industry</a:t>
            </a:r>
          </a:p>
          <a:p>
            <a:r>
              <a:rPr lang="en-US" sz="1500" dirty="0">
                <a:solidFill>
                  <a:schemeClr val="tx2"/>
                </a:solidFill>
              </a:rPr>
              <a:t>Tomas Elliott- Assistant professor of English at Northeastern University in London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Specializes in film history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“Cinema has navigated such huge transformations over its history, and in the long run these things tend to not have such widespread effects as the panic would suggest,”  (Mello-Klein, 2024)</a:t>
            </a:r>
          </a:p>
          <a:p>
            <a:r>
              <a:rPr lang="en-US" sz="1500" dirty="0">
                <a:solidFill>
                  <a:schemeClr val="tx2"/>
                </a:solidFill>
              </a:rPr>
              <a:t>Josh Rose- Filmmaking professor and cinematographer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“The amount of human time it takes to write a book, write a song, write a joke, create a choreography, write a symphony, or even take a photograph is, actually, one of the most important parts of the creation.” (Rose, 2025)</a:t>
            </a:r>
          </a:p>
          <a:p>
            <a:pPr lvl="1"/>
            <a:endParaRPr lang="en-US" sz="1500" dirty="0">
              <a:solidFill>
                <a:schemeClr val="tx2"/>
              </a:solidFill>
            </a:endParaRPr>
          </a:p>
          <a:p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Film reel">
            <a:extLst>
              <a:ext uri="{FF2B5EF4-FFF2-40B4-BE49-F238E27FC236}">
                <a16:creationId xmlns:a16="http://schemas.microsoft.com/office/drawing/2014/main" id="{B494D79B-3CA8-FED7-64AB-B9C1EA4C9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67307" y="1514335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190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CF57-8EA0-B2BA-1D20-F3F9E62E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242"/>
            <a:ext cx="10515600" cy="1316977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3BB3-78D2-92BA-542B-962BF3BC2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022"/>
            <a:ext cx="10515600" cy="4839941"/>
          </a:xfrm>
        </p:spPr>
        <p:txBody>
          <a:bodyPr>
            <a:normAutofit fontScale="25000" lnSpcReduction="20000"/>
          </a:bodyPr>
          <a:lstStyle/>
          <a:p>
            <a:r>
              <a:rPr lang="en-US" i="1" dirty="0"/>
              <a:t>100 Dollar Bills</a:t>
            </a:r>
            <a:r>
              <a:rPr lang="en-US" dirty="0"/>
              <a:t>. (n.d.). Corporate Finance Institute. Retrieved April 6, 2026, from https://corporatefinanceinstitute.com/resources/economics/money/. </a:t>
            </a:r>
          </a:p>
          <a:p>
            <a:r>
              <a:rPr lang="en-US" i="1" dirty="0"/>
              <a:t>Andy Bobrow</a:t>
            </a:r>
            <a:r>
              <a:rPr lang="en-US" dirty="0"/>
              <a:t>. (n.d.). Fandom.com. Retrieved April 6, 2026, from https://brooklyn99.fandom.com/wiki/Andy_Bobrow. </a:t>
            </a:r>
          </a:p>
          <a:p>
            <a:r>
              <a:rPr lang="en-US" dirty="0"/>
              <a:t>Brown, S. (2025, June 2). </a:t>
            </a:r>
            <a:r>
              <a:rPr lang="en-US" i="1" dirty="0"/>
              <a:t>Machine learning and generative AI: What are they good for in 2025? | MIT Sloan</a:t>
            </a:r>
            <a:r>
              <a:rPr lang="en-US" dirty="0"/>
              <a:t>. MIT Sloan. https://mitsloan.mit.edu/ideas-made-to-matter/machine-learning-and-generative-ai-what-are-they-good-for</a:t>
            </a:r>
          </a:p>
          <a:p>
            <a:r>
              <a:rPr lang="en-US" dirty="0"/>
              <a:t>Casey, R. (2025, February 17). </a:t>
            </a:r>
            <a:r>
              <a:rPr lang="en-US" i="1" dirty="0"/>
              <a:t>How could the rise of AI impact the job of a screenwriter? | ENGLISH 110-37 Introduction to Academic Writing</a:t>
            </a:r>
            <a:r>
              <a:rPr lang="en-US" dirty="0"/>
              <a:t>. Charleston.edu. https://blogs.charleston.edu/engl110-25f23/2025/02/17/how-could-the-rise-of-ai-impact-the-job-of-a-screenwriter-2/</a:t>
            </a:r>
          </a:p>
          <a:p>
            <a:r>
              <a:rPr lang="en-US" dirty="0"/>
              <a:t>Cho, W. (2024, January 30). </a:t>
            </a:r>
            <a:r>
              <a:rPr lang="en-US" i="1" dirty="0"/>
              <a:t>The Hollywood Jobs Most at Risk From AI</a:t>
            </a:r>
            <a:r>
              <a:rPr lang="en-US" dirty="0"/>
              <a:t>. The Hollywood Reporter. https://www.hollywoodreporter.com/business/business-news/ai-hollywood-workers-job-cuts-1235811009/</a:t>
            </a:r>
          </a:p>
          <a:p>
            <a:r>
              <a:rPr lang="en-US" dirty="0"/>
              <a:t>Communication team (2024, October 29). </a:t>
            </a:r>
            <a:r>
              <a:rPr lang="en-US" i="1" dirty="0"/>
              <a:t>The Magic AI in Pre-Production: Making the Invisible Visible</a:t>
            </a:r>
            <a:r>
              <a:rPr lang="en-US" dirty="0"/>
              <a:t>. Numalis. https://numalis.com/the-magic-ai-in-pre-production-making-the-invisible-visible/</a:t>
            </a:r>
          </a:p>
          <a:p>
            <a:r>
              <a:rPr lang="en-US" dirty="0"/>
              <a:t>Coursera Staff. (2024, May 16). </a:t>
            </a:r>
            <a:r>
              <a:rPr lang="en-US" i="1" dirty="0"/>
              <a:t>The History of AI: A Timeline of Artificial Intelligence</a:t>
            </a:r>
            <a:r>
              <a:rPr lang="en-US" dirty="0"/>
              <a:t>. Coursera. https://www.coursera.org/articles/history-of-ai</a:t>
            </a:r>
          </a:p>
          <a:p>
            <a:r>
              <a:rPr lang="en-US" i="1" dirty="0"/>
              <a:t>Do Camera Crews Use AI on Set?</a:t>
            </a:r>
            <a:r>
              <a:rPr lang="en-US" dirty="0"/>
              <a:t> (2025, October 24). BeverlyBoy Productions. https://beverlyboy.com/filmmaking/do-camera-crews-use-ai-on-set/</a:t>
            </a:r>
          </a:p>
          <a:p>
            <a:r>
              <a:rPr lang="en-US" i="1" dirty="0"/>
              <a:t>Example of a Breakdown Sheet</a:t>
            </a:r>
            <a:r>
              <a:rPr lang="en-US" dirty="0"/>
              <a:t>. (n.d.). Premium Beat. Retrieved April 6, 2026, from https://www.premiumbeat.com/blog/basics-breaking-down-film-script/. </a:t>
            </a:r>
          </a:p>
          <a:p>
            <a:r>
              <a:rPr lang="en-US" i="1" dirty="0"/>
              <a:t>Film Slate, Clipboard, and Reel of Film</a:t>
            </a:r>
            <a:r>
              <a:rPr lang="en-US" dirty="0"/>
              <a:t>. (n.d.). Studiovity. Retrieved April 6, 2026, from https://blog.studiovity.com/essentials-of-pre-production-paper-work/. </a:t>
            </a:r>
          </a:p>
          <a:p>
            <a:r>
              <a:rPr lang="en-US" dirty="0"/>
              <a:t>Flawless Voices. (2025, October 30). </a:t>
            </a:r>
            <a:r>
              <a:rPr lang="en-US" i="1" dirty="0"/>
              <a:t>AI in Post Production: 7 Ways It’s Being Used in 2025</a:t>
            </a:r>
            <a:r>
              <a:rPr lang="en-US" dirty="0"/>
              <a:t>. Flawlessai.com; Flawless AI Inc. https://flawlessai.com/blog/ai-in-post-production</a:t>
            </a:r>
          </a:p>
          <a:p>
            <a:r>
              <a:rPr lang="en-US" dirty="0"/>
              <a:t>GeeksforGeeks. (2021, July 14). </a:t>
            </a:r>
            <a:r>
              <a:rPr lang="en-US" i="1" dirty="0"/>
              <a:t>Introduction to Natural Language Processing (NLP)</a:t>
            </a:r>
            <a:r>
              <a:rPr lang="en-US" dirty="0"/>
              <a:t>. GeeksforGeeks. https://www.geeksforgeeks.org/nlp/introduction-to-natural-language-processing-nlp/</a:t>
            </a:r>
          </a:p>
          <a:p>
            <a:r>
              <a:rPr lang="en-US" i="1" dirty="0"/>
              <a:t>Girl (Half Blurry, Half Clear)</a:t>
            </a:r>
            <a:r>
              <a:rPr lang="en-US" dirty="0"/>
              <a:t>. (n.d.). airbrush. Retrieved April 6, 2026, from https://airbrush.com/image-enhancer. </a:t>
            </a:r>
          </a:p>
          <a:p>
            <a:r>
              <a:rPr lang="en-US" i="1" dirty="0"/>
              <a:t>Guy Goldstein</a:t>
            </a:r>
            <a:r>
              <a:rPr lang="en-US" dirty="0"/>
              <a:t>. (n.d.). LinkedIn. Retrieved April 6, 2026, from https://www.linkedin.com/in/guy-goldstein-2a041652/. </a:t>
            </a:r>
          </a:p>
          <a:p>
            <a:r>
              <a:rPr lang="en-US" i="1" dirty="0"/>
              <a:t>Joseph Weizenbaum at Work</a:t>
            </a:r>
            <a:r>
              <a:rPr lang="en-US" dirty="0"/>
              <a:t>. (n.d.). New Scientist. Retrieved April 6, 2026, from https://www.newscientist.com/article/2463843-worlds-first-ai-chatbot-has-finally-been-resurrected-after-decades/. </a:t>
            </a:r>
          </a:p>
          <a:p>
            <a:r>
              <a:rPr lang="en-US" dirty="0"/>
              <a:t>Mello-Klein, C. (2024, October 15). Is AI going to destroy movies or is the panic overblown? A film historian says these fears are not new. Retrieved March 28, 2026, from Northeastern Global News website: https://news.northeastern.edu/2024/10/15/ai-in-hollywood-impact/</a:t>
            </a:r>
          </a:p>
          <a:p>
            <a:r>
              <a:rPr lang="en-US" dirty="0"/>
              <a:t>Miller, A. (2022, August 13). </a:t>
            </a:r>
            <a:r>
              <a:rPr lang="en-US" i="1" dirty="0"/>
              <a:t>ADR in Film: Everything You Need to Know About the Process</a:t>
            </a:r>
            <a:r>
              <a:rPr lang="en-US" dirty="0"/>
              <a:t>. Backstage.com. https://www.backstage.com/magazine/article/adr-film-explained-examples-75425/</a:t>
            </a:r>
          </a:p>
          <a:p>
            <a:r>
              <a:rPr lang="en-US" dirty="0"/>
              <a:t>Minsky, M. (1956). Privatdozent. Retrieved April 6, 2026, from https://www.privatdozent.co/p/the-birth-of-ai-1956. </a:t>
            </a:r>
          </a:p>
          <a:p>
            <a:r>
              <a:rPr lang="en-US" i="1" dirty="0"/>
              <a:t>Nighttime Film Set</a:t>
            </a:r>
            <a:r>
              <a:rPr lang="en-US" dirty="0"/>
              <a:t>. (n.d.). Beyond Film School. Retrieved April 6, 2026, from https://www.beyondfilmschool.com/all-the-interesting-production-assistant-positions-on-set/. </a:t>
            </a:r>
          </a:p>
          <a:p>
            <a:r>
              <a:rPr lang="en-US" i="1" dirty="0"/>
              <a:t>Photograph Portrait of Alan Turing</a:t>
            </a:r>
            <a:r>
              <a:rPr lang="en-US" dirty="0"/>
              <a:t>. (1951). Wikipedia. Retrieved April 6, 2026, from https://en.wikipedia.org/wiki/Alan_Turing. </a:t>
            </a:r>
          </a:p>
          <a:p>
            <a:r>
              <a:rPr lang="en-US" i="1" dirty="0"/>
              <a:t>Post-Production Editing</a:t>
            </a:r>
            <a:r>
              <a:rPr lang="en-US" dirty="0"/>
              <a:t>. (n.d.). stockcake. Retrieved April 6, 2026, from https://stockcake.com/i/video-editing-process_870970_930387. </a:t>
            </a:r>
          </a:p>
          <a:p>
            <a:r>
              <a:rPr lang="en-US" dirty="0"/>
              <a:t>Rose, J. (2025, May 28). </a:t>
            </a:r>
            <a:r>
              <a:rPr lang="en-US" i="1" dirty="0"/>
              <a:t>Prediction: A.I. Will Not Replace Hollywood Filmmaking</a:t>
            </a:r>
            <a:r>
              <a:rPr lang="en-US" dirty="0"/>
              <a:t>. Medium. https://joshrose.medium.com/prediction-a-i-will-not-replace-hollywood-filmmaking-4b61c4c2ff03</a:t>
            </a:r>
          </a:p>
          <a:p>
            <a:r>
              <a:rPr lang="en-US" dirty="0"/>
              <a:t>Sunwarper. (2023, April 23). </a:t>
            </a:r>
            <a:r>
              <a:rPr lang="en-US" i="1" dirty="0"/>
              <a:t>Stem Separation and Music Making: Gimmick or Game Changer?</a:t>
            </a:r>
            <a:r>
              <a:rPr lang="en-US" dirty="0"/>
              <a:t> Sunwarper. https://www.sunwarper.com/post/stem-separation-and-music-making</a:t>
            </a:r>
          </a:p>
          <a:p>
            <a:r>
              <a:rPr lang="en-US" dirty="0"/>
              <a:t>Swinson, B. (2025, April 23). </a:t>
            </a:r>
            <a:r>
              <a:rPr lang="en-US" i="1" dirty="0"/>
              <a:t>“How Screenwriters Can Ethically Use AI” Insights from Screenwriter Andy Bobrow and WriterDuet Founder Guy Goldstein</a:t>
            </a:r>
            <a:r>
              <a:rPr lang="en-US" dirty="0"/>
              <a:t>. Creative Screenwriting. https://www.creativescreenwriting.com/how-screenwriters-can-ethically-use-ai-insights-from-screenwriter-andy-bobrow-and-writerduet-founder-guy-goldstein/</a:t>
            </a:r>
          </a:p>
          <a:p>
            <a:r>
              <a:rPr lang="en-US" i="1" dirty="0"/>
              <a:t>Theater Audience</a:t>
            </a:r>
            <a:r>
              <a:rPr lang="en-US" dirty="0"/>
              <a:t>. (n.d.). Third Space. Retrieved April 6, 2026, from https://thirdspace.org.au/blog/film-should-we-enter-dialogue. </a:t>
            </a:r>
          </a:p>
          <a:p>
            <a:r>
              <a:rPr lang="en-US" i="1" dirty="0"/>
              <a:t>“Watch the Skies” Poster</a:t>
            </a:r>
            <a:r>
              <a:rPr lang="en-US" dirty="0"/>
              <a:t>. (n.d.). IMDb. Retrieved April 6, 2026, from https://www.imdb.com/title/tt14807348/.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450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ight Triangle 4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B82827-48C7-D73D-3D30-360C0AA8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2DBDCB5A-69E9-9775-6B1F-5A05C283D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3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2129</Words>
  <Application>Microsoft Office PowerPoint</Application>
  <PresentationFormat>Widescreen</PresentationFormat>
  <Paragraphs>195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 Theme</vt:lpstr>
      <vt:lpstr>AI in the Film World</vt:lpstr>
      <vt:lpstr>AI History</vt:lpstr>
      <vt:lpstr>AI History</vt:lpstr>
      <vt:lpstr>AI History</vt:lpstr>
      <vt:lpstr>AI in Film</vt:lpstr>
      <vt:lpstr>Pre-Production</vt:lpstr>
      <vt:lpstr>Script Breakdown</vt:lpstr>
      <vt:lpstr>AI: Script Breakdown</vt:lpstr>
      <vt:lpstr>Budget Estimation</vt:lpstr>
      <vt:lpstr>Target Audience/Success or Fail</vt:lpstr>
      <vt:lpstr>Negatives</vt:lpstr>
      <vt:lpstr>AI in Screenwriting</vt:lpstr>
      <vt:lpstr>AI in Screenwriting</vt:lpstr>
      <vt:lpstr>AI and On Set Production</vt:lpstr>
      <vt:lpstr>On Set Production: Limitations</vt:lpstr>
      <vt:lpstr>AI in Post-Production</vt:lpstr>
      <vt:lpstr>Dubbing/Captioning/Translating</vt:lpstr>
      <vt:lpstr>Picture Improvement/Edit Acceleration</vt:lpstr>
      <vt:lpstr>Object Removal/Continuity Fixes/AI Inpainting</vt:lpstr>
      <vt:lpstr>Sound Design/Audio</vt:lpstr>
      <vt:lpstr>Job Insecurity</vt:lpstr>
      <vt:lpstr>The Flipside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 Varjian</dc:creator>
  <cp:lastModifiedBy>Alexa Varjian</cp:lastModifiedBy>
  <cp:revision>1</cp:revision>
  <dcterms:created xsi:type="dcterms:W3CDTF">2026-04-04T15:00:04Z</dcterms:created>
  <dcterms:modified xsi:type="dcterms:W3CDTF">2026-04-09T02:51:37Z</dcterms:modified>
</cp:coreProperties>
</file>